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5" r:id="rId1"/>
  </p:sldMasterIdLst>
  <p:notesMasterIdLst>
    <p:notesMasterId r:id="rId27"/>
  </p:notesMasterIdLst>
  <p:sldIdLst>
    <p:sldId id="256" r:id="rId2"/>
    <p:sldId id="297" r:id="rId3"/>
    <p:sldId id="257" r:id="rId4"/>
    <p:sldId id="258" r:id="rId5"/>
    <p:sldId id="260" r:id="rId6"/>
    <p:sldId id="261" r:id="rId7"/>
    <p:sldId id="263" r:id="rId8"/>
    <p:sldId id="264" r:id="rId9"/>
    <p:sldId id="265" r:id="rId10"/>
    <p:sldId id="266" r:id="rId11"/>
    <p:sldId id="270" r:id="rId12"/>
    <p:sldId id="271" r:id="rId13"/>
    <p:sldId id="290" r:id="rId14"/>
    <p:sldId id="272" r:id="rId15"/>
    <p:sldId id="281" r:id="rId16"/>
    <p:sldId id="296" r:id="rId17"/>
    <p:sldId id="274" r:id="rId18"/>
    <p:sldId id="288" r:id="rId19"/>
    <p:sldId id="276" r:id="rId20"/>
    <p:sldId id="292" r:id="rId21"/>
    <p:sldId id="293" r:id="rId22"/>
    <p:sldId id="294" r:id="rId23"/>
    <p:sldId id="286" r:id="rId24"/>
    <p:sldId id="289" r:id="rId25"/>
    <p:sldId id="287"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23600"/>
    <a:srgbClr val="58423A"/>
    <a:srgbClr val="C6B114"/>
    <a:srgbClr val="FFDD71"/>
    <a:srgbClr val="FFD9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gwati Prajapat" userId="b839eebba3ffbd89" providerId="LiveId" clId="{B6FF9BFC-A38C-4B68-9788-27B430AE1BE0}"/>
    <pc:docChg chg="undo custSel addSld delSld modSld sldOrd">
      <pc:chgData name="Bhagwati Prajapat" userId="b839eebba3ffbd89" providerId="LiveId" clId="{B6FF9BFC-A38C-4B68-9788-27B430AE1BE0}" dt="2024-01-03T03:33:53.755" v="4156" actId="14100"/>
      <pc:docMkLst>
        <pc:docMk/>
      </pc:docMkLst>
      <pc:sldChg chg="addSp modSp mod">
        <pc:chgData name="Bhagwati Prajapat" userId="b839eebba3ffbd89" providerId="LiveId" clId="{B6FF9BFC-A38C-4B68-9788-27B430AE1BE0}" dt="2024-01-02T12:46:15.505" v="2706" actId="13926"/>
        <pc:sldMkLst>
          <pc:docMk/>
          <pc:sldMk cId="3042190989" sldId="256"/>
        </pc:sldMkLst>
        <pc:spChg chg="mod">
          <ac:chgData name="Bhagwati Prajapat" userId="b839eebba3ffbd89" providerId="LiveId" clId="{B6FF9BFC-A38C-4B68-9788-27B430AE1BE0}" dt="2024-01-02T12:44:40.374" v="2701" actId="1076"/>
          <ac:spMkLst>
            <pc:docMk/>
            <pc:sldMk cId="3042190989" sldId="256"/>
            <ac:spMk id="16" creationId="{2548587E-F8D8-18D2-288B-34A20CFCA123}"/>
          </ac:spMkLst>
        </pc:spChg>
        <pc:spChg chg="mod">
          <ac:chgData name="Bhagwati Prajapat" userId="b839eebba3ffbd89" providerId="LiveId" clId="{B6FF9BFC-A38C-4B68-9788-27B430AE1BE0}" dt="2024-01-02T12:45:08.362" v="2703" actId="207"/>
          <ac:spMkLst>
            <pc:docMk/>
            <pc:sldMk cId="3042190989" sldId="256"/>
            <ac:spMk id="18" creationId="{84750B35-53B5-A571-BC7C-32F1AB19675B}"/>
          </ac:spMkLst>
        </pc:spChg>
        <pc:spChg chg="add mod">
          <ac:chgData name="Bhagwati Prajapat" userId="b839eebba3ffbd89" providerId="LiveId" clId="{B6FF9BFC-A38C-4B68-9788-27B430AE1BE0}" dt="2024-01-02T12:46:15.505" v="2706" actId="13926"/>
          <ac:spMkLst>
            <pc:docMk/>
            <pc:sldMk cId="3042190989" sldId="256"/>
            <ac:spMk id="19" creationId="{4802944A-53E6-719E-020E-D981BD406E41}"/>
          </ac:spMkLst>
        </pc:spChg>
        <pc:picChg chg="mod">
          <ac:chgData name="Bhagwati Prajapat" userId="b839eebba3ffbd89" providerId="LiveId" clId="{B6FF9BFC-A38C-4B68-9788-27B430AE1BE0}" dt="2023-12-29T17:07:05.110" v="1" actId="1076"/>
          <ac:picMkLst>
            <pc:docMk/>
            <pc:sldMk cId="3042190989" sldId="256"/>
            <ac:picMk id="12" creationId="{CD3DA213-B2B7-637B-DAC5-CC316C70ACC7}"/>
          </ac:picMkLst>
        </pc:picChg>
      </pc:sldChg>
      <pc:sldChg chg="modSp mod">
        <pc:chgData name="Bhagwati Prajapat" userId="b839eebba3ffbd89" providerId="LiveId" clId="{B6FF9BFC-A38C-4B68-9788-27B430AE1BE0}" dt="2024-01-03T03:28:34.851" v="4143" actId="20577"/>
        <pc:sldMkLst>
          <pc:docMk/>
          <pc:sldMk cId="3673151093" sldId="257"/>
        </pc:sldMkLst>
        <pc:spChg chg="mod">
          <ac:chgData name="Bhagwati Prajapat" userId="b839eebba3ffbd89" providerId="LiveId" clId="{B6FF9BFC-A38C-4B68-9788-27B430AE1BE0}" dt="2024-01-03T02:44:20.075" v="3827" actId="2711"/>
          <ac:spMkLst>
            <pc:docMk/>
            <pc:sldMk cId="3673151093" sldId="257"/>
            <ac:spMk id="2" creationId="{3B86C1C1-3E24-90A1-4FAC-E014A695D84D}"/>
          </ac:spMkLst>
        </pc:spChg>
        <pc:spChg chg="mod">
          <ac:chgData name="Bhagwati Prajapat" userId="b839eebba3ffbd89" providerId="LiveId" clId="{B6FF9BFC-A38C-4B68-9788-27B430AE1BE0}" dt="2024-01-03T03:28:34.851" v="4143" actId="20577"/>
          <ac:spMkLst>
            <pc:docMk/>
            <pc:sldMk cId="3673151093" sldId="257"/>
            <ac:spMk id="3" creationId="{06C00D5A-E9EF-0B24-EBCA-04FB9ABD5321}"/>
          </ac:spMkLst>
        </pc:spChg>
      </pc:sldChg>
      <pc:sldChg chg="modSp new mod">
        <pc:chgData name="Bhagwati Prajapat" userId="b839eebba3ffbd89" providerId="LiveId" clId="{B6FF9BFC-A38C-4B68-9788-27B430AE1BE0}" dt="2024-01-03T03:30:26.982" v="4147" actId="2711"/>
        <pc:sldMkLst>
          <pc:docMk/>
          <pc:sldMk cId="3846264788" sldId="258"/>
        </pc:sldMkLst>
        <pc:spChg chg="mod">
          <ac:chgData name="Bhagwati Prajapat" userId="b839eebba3ffbd89" providerId="LiveId" clId="{B6FF9BFC-A38C-4B68-9788-27B430AE1BE0}" dt="2024-01-03T03:30:17.973" v="4146" actId="2711"/>
          <ac:spMkLst>
            <pc:docMk/>
            <pc:sldMk cId="3846264788" sldId="258"/>
            <ac:spMk id="2" creationId="{0E72B01F-3397-DD48-B5BD-AB71719DA276}"/>
          </ac:spMkLst>
        </pc:spChg>
        <pc:spChg chg="mod">
          <ac:chgData name="Bhagwati Prajapat" userId="b839eebba3ffbd89" providerId="LiveId" clId="{B6FF9BFC-A38C-4B68-9788-27B430AE1BE0}" dt="2024-01-03T03:30:26.982" v="4147" actId="2711"/>
          <ac:spMkLst>
            <pc:docMk/>
            <pc:sldMk cId="3846264788" sldId="258"/>
            <ac:spMk id="3" creationId="{35CB5B57-85C3-3A38-F01C-26AE1CBDBA57}"/>
          </ac:spMkLst>
        </pc:spChg>
      </pc:sldChg>
      <pc:sldChg chg="addSp delSp modSp new mod">
        <pc:chgData name="Bhagwati Prajapat" userId="b839eebba3ffbd89" providerId="LiveId" clId="{B6FF9BFC-A38C-4B68-9788-27B430AE1BE0}" dt="2024-01-01T12:01:59.180" v="132" actId="20577"/>
        <pc:sldMkLst>
          <pc:docMk/>
          <pc:sldMk cId="3905625768" sldId="259"/>
        </pc:sldMkLst>
        <pc:spChg chg="del mod">
          <ac:chgData name="Bhagwati Prajapat" userId="b839eebba3ffbd89" providerId="LiveId" clId="{B6FF9BFC-A38C-4B68-9788-27B430AE1BE0}" dt="2024-01-01T11:59:21.748" v="96" actId="478"/>
          <ac:spMkLst>
            <pc:docMk/>
            <pc:sldMk cId="3905625768" sldId="259"/>
            <ac:spMk id="2" creationId="{738B59AB-AE51-51A4-5CC6-C513EFF6EF29}"/>
          </ac:spMkLst>
        </pc:spChg>
        <pc:spChg chg="del">
          <ac:chgData name="Bhagwati Prajapat" userId="b839eebba3ffbd89" providerId="LiveId" clId="{B6FF9BFC-A38C-4B68-9788-27B430AE1BE0}" dt="2024-01-01T11:58:53.574" v="81" actId="478"/>
          <ac:spMkLst>
            <pc:docMk/>
            <pc:sldMk cId="3905625768" sldId="259"/>
            <ac:spMk id="3" creationId="{FEB5C754-A10E-B347-015C-7086CD9D6E59}"/>
          </ac:spMkLst>
        </pc:spChg>
        <pc:spChg chg="add del mod">
          <ac:chgData name="Bhagwati Prajapat" userId="b839eebba3ffbd89" providerId="LiveId" clId="{B6FF9BFC-A38C-4B68-9788-27B430AE1BE0}" dt="2024-01-01T11:59:27.656" v="97" actId="478"/>
          <ac:spMkLst>
            <pc:docMk/>
            <pc:sldMk cId="3905625768" sldId="259"/>
            <ac:spMk id="5" creationId="{E7057078-955D-EEC6-4407-DD99EEF8A007}"/>
          </ac:spMkLst>
        </pc:spChg>
        <pc:spChg chg="add mod">
          <ac:chgData name="Bhagwati Prajapat" userId="b839eebba3ffbd89" providerId="LiveId" clId="{B6FF9BFC-A38C-4B68-9788-27B430AE1BE0}" dt="2024-01-01T12:01:59.180" v="132" actId="20577"/>
          <ac:spMkLst>
            <pc:docMk/>
            <pc:sldMk cId="3905625768" sldId="259"/>
            <ac:spMk id="7" creationId="{80550312-A58D-C9E2-A4E4-3AF5D5C61ECF}"/>
          </ac:spMkLst>
        </pc:spChg>
      </pc:sldChg>
      <pc:sldChg chg="addSp delSp modSp new mod">
        <pc:chgData name="Bhagwati Prajapat" userId="b839eebba3ffbd89" providerId="LiveId" clId="{B6FF9BFC-A38C-4B68-9788-27B430AE1BE0}" dt="2024-01-01T12:06:37.605" v="142" actId="14100"/>
        <pc:sldMkLst>
          <pc:docMk/>
          <pc:sldMk cId="884428069" sldId="260"/>
        </pc:sldMkLst>
        <pc:spChg chg="mod">
          <ac:chgData name="Bhagwati Prajapat" userId="b839eebba3ffbd89" providerId="LiveId" clId="{B6FF9BFC-A38C-4B68-9788-27B430AE1BE0}" dt="2024-01-01T12:03:01.474" v="135" actId="113"/>
          <ac:spMkLst>
            <pc:docMk/>
            <pc:sldMk cId="884428069" sldId="260"/>
            <ac:spMk id="2" creationId="{D42D30C3-3B09-1DBE-D70B-474872C13F64}"/>
          </ac:spMkLst>
        </pc:spChg>
        <pc:spChg chg="add del">
          <ac:chgData name="Bhagwati Prajapat" userId="b839eebba3ffbd89" providerId="LiveId" clId="{B6FF9BFC-A38C-4B68-9788-27B430AE1BE0}" dt="2024-01-01T12:06:20.317" v="138" actId="931"/>
          <ac:spMkLst>
            <pc:docMk/>
            <pc:sldMk cId="884428069" sldId="260"/>
            <ac:spMk id="3" creationId="{664538A4-C296-9613-2877-591835EF0C63}"/>
          </ac:spMkLst>
        </pc:spChg>
        <pc:graphicFrameChg chg="add del mod">
          <ac:chgData name="Bhagwati Prajapat" userId="b839eebba3ffbd89" providerId="LiveId" clId="{B6FF9BFC-A38C-4B68-9788-27B430AE1BE0}" dt="2024-01-01T12:03:36.615" v="137"/>
          <ac:graphicFrameMkLst>
            <pc:docMk/>
            <pc:sldMk cId="884428069" sldId="260"/>
            <ac:graphicFrameMk id="4" creationId="{F1D4B062-C8EF-5C68-7FC0-B8924A95AD0C}"/>
          </ac:graphicFrameMkLst>
        </pc:graphicFrameChg>
        <pc:picChg chg="add mod">
          <ac:chgData name="Bhagwati Prajapat" userId="b839eebba3ffbd89" providerId="LiveId" clId="{B6FF9BFC-A38C-4B68-9788-27B430AE1BE0}" dt="2024-01-01T12:06:37.605" v="142" actId="14100"/>
          <ac:picMkLst>
            <pc:docMk/>
            <pc:sldMk cId="884428069" sldId="260"/>
            <ac:picMk id="6" creationId="{0D9B6B39-87BF-F68D-1E33-7D7C283B004F}"/>
          </ac:picMkLst>
        </pc:picChg>
      </pc:sldChg>
      <pc:sldChg chg="addSp delSp modSp new mod">
        <pc:chgData name="Bhagwati Prajapat" userId="b839eebba3ffbd89" providerId="LiveId" clId="{B6FF9BFC-A38C-4B68-9788-27B430AE1BE0}" dt="2024-01-03T02:47:08.704" v="3844" actId="313"/>
        <pc:sldMkLst>
          <pc:docMk/>
          <pc:sldMk cId="1154069188" sldId="261"/>
        </pc:sldMkLst>
        <pc:spChg chg="mod">
          <ac:chgData name="Bhagwati Prajapat" userId="b839eebba3ffbd89" providerId="LiveId" clId="{B6FF9BFC-A38C-4B68-9788-27B430AE1BE0}" dt="2024-01-03T02:47:08.704" v="3844" actId="313"/>
          <ac:spMkLst>
            <pc:docMk/>
            <pc:sldMk cId="1154069188" sldId="261"/>
            <ac:spMk id="2" creationId="{24763711-9E07-0353-8BD3-355345E87684}"/>
          </ac:spMkLst>
        </pc:spChg>
        <pc:spChg chg="add del mod">
          <ac:chgData name="Bhagwati Prajapat" userId="b839eebba3ffbd89" providerId="LiveId" clId="{B6FF9BFC-A38C-4B68-9788-27B430AE1BE0}" dt="2024-01-01T15:22:58.800" v="1278" actId="2711"/>
          <ac:spMkLst>
            <pc:docMk/>
            <pc:sldMk cId="1154069188" sldId="261"/>
            <ac:spMk id="3" creationId="{2EA159D8-153D-4ECB-4F6D-B504CF53E518}"/>
          </ac:spMkLst>
        </pc:spChg>
        <pc:spChg chg="add del mod">
          <ac:chgData name="Bhagwati Prajapat" userId="b839eebba3ffbd89" providerId="LiveId" clId="{B6FF9BFC-A38C-4B68-9788-27B430AE1BE0}" dt="2024-01-01T12:52:53.015" v="145"/>
          <ac:spMkLst>
            <pc:docMk/>
            <pc:sldMk cId="1154069188" sldId="261"/>
            <ac:spMk id="4" creationId="{5B1778FD-33BE-108E-E58C-E2D5EBD971FA}"/>
          </ac:spMkLst>
        </pc:spChg>
        <pc:spChg chg="add del">
          <ac:chgData name="Bhagwati Prajapat" userId="b839eebba3ffbd89" providerId="LiveId" clId="{B6FF9BFC-A38C-4B68-9788-27B430AE1BE0}" dt="2024-01-01T12:59:53.903" v="227" actId="478"/>
          <ac:spMkLst>
            <pc:docMk/>
            <pc:sldMk cId="1154069188" sldId="261"/>
            <ac:spMk id="5" creationId="{F43C1466-2C78-9807-199F-C0238E77C5C2}"/>
          </ac:spMkLst>
        </pc:spChg>
      </pc:sldChg>
      <pc:sldChg chg="addSp delSp modSp new mod">
        <pc:chgData name="Bhagwati Prajapat" userId="b839eebba3ffbd89" providerId="LiveId" clId="{B6FF9BFC-A38C-4B68-9788-27B430AE1BE0}" dt="2024-01-01T15:25:26.485" v="1282" actId="1036"/>
        <pc:sldMkLst>
          <pc:docMk/>
          <pc:sldMk cId="2013804289" sldId="262"/>
        </pc:sldMkLst>
        <pc:spChg chg="mod">
          <ac:chgData name="Bhagwati Prajapat" userId="b839eebba3ffbd89" providerId="LiveId" clId="{B6FF9BFC-A38C-4B68-9788-27B430AE1BE0}" dt="2024-01-01T15:25:26.485" v="1282" actId="1036"/>
          <ac:spMkLst>
            <pc:docMk/>
            <pc:sldMk cId="2013804289" sldId="262"/>
            <ac:spMk id="2" creationId="{C2210C30-A6FC-EF41-B364-F86629C7FF21}"/>
          </ac:spMkLst>
        </pc:spChg>
        <pc:spChg chg="del">
          <ac:chgData name="Bhagwati Prajapat" userId="b839eebba3ffbd89" providerId="LiveId" clId="{B6FF9BFC-A38C-4B68-9788-27B430AE1BE0}" dt="2024-01-01T13:05:02.358" v="261"/>
          <ac:spMkLst>
            <pc:docMk/>
            <pc:sldMk cId="2013804289" sldId="262"/>
            <ac:spMk id="3" creationId="{3382EAC6-9EF8-F7F4-253C-9C887E20D5EF}"/>
          </ac:spMkLst>
        </pc:spChg>
        <pc:spChg chg="add del mod">
          <ac:chgData name="Bhagwati Prajapat" userId="b839eebba3ffbd89" providerId="LiveId" clId="{B6FF9BFC-A38C-4B68-9788-27B430AE1BE0}" dt="2024-01-01T13:08:16.222" v="302" actId="478"/>
          <ac:spMkLst>
            <pc:docMk/>
            <pc:sldMk cId="2013804289" sldId="262"/>
            <ac:spMk id="4" creationId="{D106D9FC-0E5C-ADB2-4ECF-E749E949B7C2}"/>
          </ac:spMkLst>
        </pc:spChg>
        <pc:spChg chg="add mod">
          <ac:chgData name="Bhagwati Prajapat" userId="b839eebba3ffbd89" providerId="LiveId" clId="{B6FF9BFC-A38C-4B68-9788-27B430AE1BE0}" dt="2024-01-01T13:40:34.726" v="898" actId="20577"/>
          <ac:spMkLst>
            <pc:docMk/>
            <pc:sldMk cId="2013804289" sldId="262"/>
            <ac:spMk id="5" creationId="{829A19D7-6D70-8E52-D1CD-49B5141E8183}"/>
          </ac:spMkLst>
        </pc:spChg>
        <pc:spChg chg="add del">
          <ac:chgData name="Bhagwati Prajapat" userId="b839eebba3ffbd89" providerId="LiveId" clId="{B6FF9BFC-A38C-4B68-9788-27B430AE1BE0}" dt="2024-01-01T13:15:13.135" v="313" actId="22"/>
          <ac:spMkLst>
            <pc:docMk/>
            <pc:sldMk cId="2013804289" sldId="262"/>
            <ac:spMk id="7" creationId="{9EBCB9EF-1535-E3A1-2108-DDD5B9778521}"/>
          </ac:spMkLst>
        </pc:spChg>
        <pc:spChg chg="add mod">
          <ac:chgData name="Bhagwati Prajapat" userId="b839eebba3ffbd89" providerId="LiveId" clId="{B6FF9BFC-A38C-4B68-9788-27B430AE1BE0}" dt="2024-01-01T13:15:43.462" v="317" actId="571"/>
          <ac:spMkLst>
            <pc:docMk/>
            <pc:sldMk cId="2013804289" sldId="262"/>
            <ac:spMk id="8" creationId="{55489562-A156-6911-CE32-DE6A3EB83126}"/>
          </ac:spMkLst>
        </pc:spChg>
        <pc:spChg chg="add mod">
          <ac:chgData name="Bhagwati Prajapat" userId="b839eebba3ffbd89" providerId="LiveId" clId="{B6FF9BFC-A38C-4B68-9788-27B430AE1BE0}" dt="2024-01-01T13:38:58.638" v="878" actId="14100"/>
          <ac:spMkLst>
            <pc:docMk/>
            <pc:sldMk cId="2013804289" sldId="262"/>
            <ac:spMk id="9" creationId="{B343D0CE-4EC4-9876-C281-546890F70C49}"/>
          </ac:spMkLst>
        </pc:spChg>
        <pc:spChg chg="add mod">
          <ac:chgData name="Bhagwati Prajapat" userId="b839eebba3ffbd89" providerId="LiveId" clId="{B6FF9BFC-A38C-4B68-9788-27B430AE1BE0}" dt="2024-01-01T13:48:15.534" v="947" actId="207"/>
          <ac:spMkLst>
            <pc:docMk/>
            <pc:sldMk cId="2013804289" sldId="262"/>
            <ac:spMk id="10" creationId="{768DE6A1-8741-624F-EFBE-12770A52F644}"/>
          </ac:spMkLst>
        </pc:spChg>
        <pc:spChg chg="add del">
          <ac:chgData name="Bhagwati Prajapat" userId="b839eebba3ffbd89" providerId="LiveId" clId="{B6FF9BFC-A38C-4B68-9788-27B430AE1BE0}" dt="2024-01-01T13:39:55.141" v="882" actId="478"/>
          <ac:spMkLst>
            <pc:docMk/>
            <pc:sldMk cId="2013804289" sldId="262"/>
            <ac:spMk id="11" creationId="{207324F3-84D4-55FE-9172-A44AE82A6750}"/>
          </ac:spMkLst>
        </pc:spChg>
      </pc:sldChg>
      <pc:sldChg chg="modSp new mod">
        <pc:chgData name="Bhagwati Prajapat" userId="b839eebba3ffbd89" providerId="LiveId" clId="{B6FF9BFC-A38C-4B68-9788-27B430AE1BE0}" dt="2024-01-03T02:47:31.938" v="3848" actId="2"/>
        <pc:sldMkLst>
          <pc:docMk/>
          <pc:sldMk cId="875129943" sldId="263"/>
        </pc:sldMkLst>
        <pc:spChg chg="mod">
          <ac:chgData name="Bhagwati Prajapat" userId="b839eebba3ffbd89" providerId="LiveId" clId="{B6FF9BFC-A38C-4B68-9788-27B430AE1BE0}" dt="2024-01-01T13:46:26.733" v="906" actId="20577"/>
          <ac:spMkLst>
            <pc:docMk/>
            <pc:sldMk cId="875129943" sldId="263"/>
            <ac:spMk id="2" creationId="{2CDDEFE3-52FF-D487-F5EF-1030CC91DB27}"/>
          </ac:spMkLst>
        </pc:spChg>
        <pc:spChg chg="mod">
          <ac:chgData name="Bhagwati Prajapat" userId="b839eebba3ffbd89" providerId="LiveId" clId="{B6FF9BFC-A38C-4B68-9788-27B430AE1BE0}" dt="2024-01-03T02:47:31.938" v="3848" actId="2"/>
          <ac:spMkLst>
            <pc:docMk/>
            <pc:sldMk cId="875129943" sldId="263"/>
            <ac:spMk id="3" creationId="{9A64424C-D316-7DBC-F05D-C766991A70FF}"/>
          </ac:spMkLst>
        </pc:spChg>
      </pc:sldChg>
      <pc:sldChg chg="modSp new mod">
        <pc:chgData name="Bhagwati Prajapat" userId="b839eebba3ffbd89" providerId="LiveId" clId="{B6FF9BFC-A38C-4B68-9788-27B430AE1BE0}" dt="2024-01-03T02:47:57.389" v="3849" actId="313"/>
        <pc:sldMkLst>
          <pc:docMk/>
          <pc:sldMk cId="735992232" sldId="264"/>
        </pc:sldMkLst>
        <pc:spChg chg="mod">
          <ac:chgData name="Bhagwati Prajapat" userId="b839eebba3ffbd89" providerId="LiveId" clId="{B6FF9BFC-A38C-4B68-9788-27B430AE1BE0}" dt="2024-01-01T13:59:46.658" v="1010"/>
          <ac:spMkLst>
            <pc:docMk/>
            <pc:sldMk cId="735992232" sldId="264"/>
            <ac:spMk id="2" creationId="{0DA53A09-04A7-083D-7C21-57ACF7456821}"/>
          </ac:spMkLst>
        </pc:spChg>
        <pc:spChg chg="mod">
          <ac:chgData name="Bhagwati Prajapat" userId="b839eebba3ffbd89" providerId="LiveId" clId="{B6FF9BFC-A38C-4B68-9788-27B430AE1BE0}" dt="2024-01-03T02:47:57.389" v="3849" actId="313"/>
          <ac:spMkLst>
            <pc:docMk/>
            <pc:sldMk cId="735992232" sldId="264"/>
            <ac:spMk id="3" creationId="{13AAC1AF-45A9-AB15-BC9C-72488F7E8F98}"/>
          </ac:spMkLst>
        </pc:spChg>
      </pc:sldChg>
      <pc:sldChg chg="modSp new mod">
        <pc:chgData name="Bhagwati Prajapat" userId="b839eebba3ffbd89" providerId="LiveId" clId="{B6FF9BFC-A38C-4B68-9788-27B430AE1BE0}" dt="2024-01-01T14:03:40.780" v="1076" actId="27636"/>
        <pc:sldMkLst>
          <pc:docMk/>
          <pc:sldMk cId="1601489106" sldId="265"/>
        </pc:sldMkLst>
        <pc:spChg chg="mod">
          <ac:chgData name="Bhagwati Prajapat" userId="b839eebba3ffbd89" providerId="LiveId" clId="{B6FF9BFC-A38C-4B68-9788-27B430AE1BE0}" dt="2024-01-01T13:59:50.226" v="1011"/>
          <ac:spMkLst>
            <pc:docMk/>
            <pc:sldMk cId="1601489106" sldId="265"/>
            <ac:spMk id="2" creationId="{BB711EB1-CF65-A511-5771-38A67E18F6F3}"/>
          </ac:spMkLst>
        </pc:spChg>
        <pc:spChg chg="mod">
          <ac:chgData name="Bhagwati Prajapat" userId="b839eebba3ffbd89" providerId="LiveId" clId="{B6FF9BFC-A38C-4B68-9788-27B430AE1BE0}" dt="2024-01-01T14:03:40.780" v="1076" actId="27636"/>
          <ac:spMkLst>
            <pc:docMk/>
            <pc:sldMk cId="1601489106" sldId="265"/>
            <ac:spMk id="3" creationId="{8042437A-4B5A-80BC-1666-F59BF7BD3E17}"/>
          </ac:spMkLst>
        </pc:spChg>
      </pc:sldChg>
      <pc:sldChg chg="modSp new mod">
        <pc:chgData name="Bhagwati Prajapat" userId="b839eebba3ffbd89" providerId="LiveId" clId="{B6FF9BFC-A38C-4B68-9788-27B430AE1BE0}" dt="2024-01-01T14:04:19.615" v="1089" actId="12"/>
        <pc:sldMkLst>
          <pc:docMk/>
          <pc:sldMk cId="1668649560" sldId="266"/>
        </pc:sldMkLst>
        <pc:spChg chg="mod">
          <ac:chgData name="Bhagwati Prajapat" userId="b839eebba3ffbd89" providerId="LiveId" clId="{B6FF9BFC-A38C-4B68-9788-27B430AE1BE0}" dt="2024-01-01T13:59:53.385" v="1012"/>
          <ac:spMkLst>
            <pc:docMk/>
            <pc:sldMk cId="1668649560" sldId="266"/>
            <ac:spMk id="2" creationId="{7CA2B496-F3C5-A071-63A6-8693D8B2F3C5}"/>
          </ac:spMkLst>
        </pc:spChg>
        <pc:spChg chg="mod">
          <ac:chgData name="Bhagwati Prajapat" userId="b839eebba3ffbd89" providerId="LiveId" clId="{B6FF9BFC-A38C-4B68-9788-27B430AE1BE0}" dt="2024-01-01T14:04:19.615" v="1089" actId="12"/>
          <ac:spMkLst>
            <pc:docMk/>
            <pc:sldMk cId="1668649560" sldId="266"/>
            <ac:spMk id="3" creationId="{5FCB161E-ED9A-4E9F-0F1F-194F2E4CAAC8}"/>
          </ac:spMkLst>
        </pc:spChg>
      </pc:sldChg>
      <pc:sldChg chg="addSp delSp modSp new mod">
        <pc:chgData name="Bhagwati Prajapat" userId="b839eebba3ffbd89" providerId="LiveId" clId="{B6FF9BFC-A38C-4B68-9788-27B430AE1BE0}" dt="2024-01-02T12:49:01.401" v="2713" actId="1076"/>
        <pc:sldMkLst>
          <pc:docMk/>
          <pc:sldMk cId="570209242" sldId="267"/>
        </pc:sldMkLst>
        <pc:spChg chg="mod">
          <ac:chgData name="Bhagwati Prajapat" userId="b839eebba3ffbd89" providerId="LiveId" clId="{B6FF9BFC-A38C-4B68-9788-27B430AE1BE0}" dt="2024-01-01T14:07:05.942" v="1124" actId="20577"/>
          <ac:spMkLst>
            <pc:docMk/>
            <pc:sldMk cId="570209242" sldId="267"/>
            <ac:spMk id="2" creationId="{CC946BAE-A5E3-06A2-35E7-ECC91B5CA847}"/>
          </ac:spMkLst>
        </pc:spChg>
        <pc:spChg chg="del">
          <ac:chgData name="Bhagwati Prajapat" userId="b839eebba3ffbd89" providerId="LiveId" clId="{B6FF9BFC-A38C-4B68-9788-27B430AE1BE0}" dt="2024-01-01T14:05:15.673" v="1091"/>
          <ac:spMkLst>
            <pc:docMk/>
            <pc:sldMk cId="570209242" sldId="267"/>
            <ac:spMk id="3" creationId="{122CF0C5-A472-F83E-AAED-AE6A035B1E51}"/>
          </ac:spMkLst>
        </pc:spChg>
        <pc:spChg chg="add del mod">
          <ac:chgData name="Bhagwati Prajapat" userId="b839eebba3ffbd89" providerId="LiveId" clId="{B6FF9BFC-A38C-4B68-9788-27B430AE1BE0}" dt="2024-01-02T10:20:19.055" v="2148" actId="478"/>
          <ac:spMkLst>
            <pc:docMk/>
            <pc:sldMk cId="570209242" sldId="267"/>
            <ac:spMk id="7" creationId="{6BA8345D-4A98-9A23-BA02-2C87C1B62CB7}"/>
          </ac:spMkLst>
        </pc:spChg>
        <pc:spChg chg="add del mod">
          <ac:chgData name="Bhagwati Prajapat" userId="b839eebba3ffbd89" providerId="LiveId" clId="{B6FF9BFC-A38C-4B68-9788-27B430AE1BE0}" dt="2024-01-02T10:20:33.887" v="2151" actId="478"/>
          <ac:spMkLst>
            <pc:docMk/>
            <pc:sldMk cId="570209242" sldId="267"/>
            <ac:spMk id="8" creationId="{018EFE15-FB2B-8038-9469-EB001A82B5C1}"/>
          </ac:spMkLst>
        </pc:spChg>
        <pc:graphicFrameChg chg="add del mod">
          <ac:chgData name="Bhagwati Prajapat" userId="b839eebba3ffbd89" providerId="LiveId" clId="{B6FF9BFC-A38C-4B68-9788-27B430AE1BE0}" dt="2024-01-02T10:20:08.255" v="2143" actId="478"/>
          <ac:graphicFrameMkLst>
            <pc:docMk/>
            <pc:sldMk cId="570209242" sldId="267"/>
            <ac:graphicFrameMk id="5" creationId="{71BA6615-636C-A3F1-B50F-0FBD1F409B02}"/>
          </ac:graphicFrameMkLst>
        </pc:graphicFrameChg>
        <pc:graphicFrameChg chg="add mod">
          <ac:chgData name="Bhagwati Prajapat" userId="b839eebba3ffbd89" providerId="LiveId" clId="{B6FF9BFC-A38C-4B68-9788-27B430AE1BE0}" dt="2024-01-02T12:49:01.401" v="2713" actId="1076"/>
          <ac:graphicFrameMkLst>
            <pc:docMk/>
            <pc:sldMk cId="570209242" sldId="267"/>
            <ac:graphicFrameMk id="6" creationId="{71BA6615-636C-A3F1-B50F-0FBD1F409B02}"/>
          </ac:graphicFrameMkLst>
        </pc:graphicFrameChg>
        <pc:picChg chg="add mod">
          <ac:chgData name="Bhagwati Prajapat" userId="b839eebba3ffbd89" providerId="LiveId" clId="{B6FF9BFC-A38C-4B68-9788-27B430AE1BE0}" dt="2024-01-02T12:48:19.846" v="2708" actId="14100"/>
          <ac:picMkLst>
            <pc:docMk/>
            <pc:sldMk cId="570209242" sldId="267"/>
            <ac:picMk id="4" creationId="{F996B247-9ABD-4F46-0A6F-226918A185C2}"/>
          </ac:picMkLst>
        </pc:picChg>
        <pc:picChg chg="add del mod">
          <ac:chgData name="Bhagwati Prajapat" userId="b839eebba3ffbd89" providerId="LiveId" clId="{B6FF9BFC-A38C-4B68-9788-27B430AE1BE0}" dt="2024-01-02T10:20:27.075" v="2149" actId="478"/>
          <ac:picMkLst>
            <pc:docMk/>
            <pc:sldMk cId="570209242" sldId="267"/>
            <ac:picMk id="4098" creationId="{AA119A4B-EFC1-D983-BE6E-1E5455C44E8C}"/>
          </ac:picMkLst>
        </pc:picChg>
      </pc:sldChg>
      <pc:sldChg chg="addSp delSp modSp new mod">
        <pc:chgData name="Bhagwati Prajapat" userId="b839eebba3ffbd89" providerId="LiveId" clId="{B6FF9BFC-A38C-4B68-9788-27B430AE1BE0}" dt="2024-01-03T02:48:19.703" v="3850" actId="313"/>
        <pc:sldMkLst>
          <pc:docMk/>
          <pc:sldMk cId="821743454" sldId="268"/>
        </pc:sldMkLst>
        <pc:spChg chg="mod">
          <ac:chgData name="Bhagwati Prajapat" userId="b839eebba3ffbd89" providerId="LiveId" clId="{B6FF9BFC-A38C-4B68-9788-27B430AE1BE0}" dt="2024-01-03T02:48:19.703" v="3850" actId="313"/>
          <ac:spMkLst>
            <pc:docMk/>
            <pc:sldMk cId="821743454" sldId="268"/>
            <ac:spMk id="2" creationId="{2619AAAC-4E80-17F8-017B-9EDA074669F1}"/>
          </ac:spMkLst>
        </pc:spChg>
        <pc:spChg chg="del">
          <ac:chgData name="Bhagwati Prajapat" userId="b839eebba3ffbd89" providerId="LiveId" clId="{B6FF9BFC-A38C-4B68-9788-27B430AE1BE0}" dt="2024-01-01T14:10:24.015" v="1137" actId="931"/>
          <ac:spMkLst>
            <pc:docMk/>
            <pc:sldMk cId="821743454" sldId="268"/>
            <ac:spMk id="3" creationId="{BEF56EE8-7D89-9580-7F25-8A7CC816D90F}"/>
          </ac:spMkLst>
        </pc:spChg>
        <pc:picChg chg="add mod">
          <ac:chgData name="Bhagwati Prajapat" userId="b839eebba3ffbd89" providerId="LiveId" clId="{B6FF9BFC-A38C-4B68-9788-27B430AE1BE0}" dt="2024-01-01T14:11:19.617" v="1163" actId="14100"/>
          <ac:picMkLst>
            <pc:docMk/>
            <pc:sldMk cId="821743454" sldId="268"/>
            <ac:picMk id="5" creationId="{84A7F3F8-E258-4B66-0CBF-2EBEB83C572F}"/>
          </ac:picMkLst>
        </pc:picChg>
      </pc:sldChg>
      <pc:sldChg chg="addSp delSp modSp new del mod">
        <pc:chgData name="Bhagwati Prajapat" userId="b839eebba3ffbd89" providerId="LiveId" clId="{B6FF9BFC-A38C-4B68-9788-27B430AE1BE0}" dt="2024-01-01T14:27:37.428" v="1228" actId="680"/>
        <pc:sldMkLst>
          <pc:docMk/>
          <pc:sldMk cId="978690668" sldId="269"/>
        </pc:sldMkLst>
        <pc:spChg chg="add del mod">
          <ac:chgData name="Bhagwati Prajapat" userId="b839eebba3ffbd89" providerId="LiveId" clId="{B6FF9BFC-A38C-4B68-9788-27B430AE1BE0}" dt="2024-01-01T14:27:37.120" v="1227"/>
          <ac:spMkLst>
            <pc:docMk/>
            <pc:sldMk cId="978690668" sldId="269"/>
            <ac:spMk id="3" creationId="{D168D162-840B-55BD-925F-14AF935BD89B}"/>
          </ac:spMkLst>
        </pc:spChg>
        <pc:spChg chg="add del mod">
          <ac:chgData name="Bhagwati Prajapat" userId="b839eebba3ffbd89" providerId="LiveId" clId="{B6FF9BFC-A38C-4B68-9788-27B430AE1BE0}" dt="2024-01-01T14:16:15.758" v="1204"/>
          <ac:spMkLst>
            <pc:docMk/>
            <pc:sldMk cId="978690668" sldId="269"/>
            <ac:spMk id="4" creationId="{A810C993-2408-5CF5-8B53-38BD0CE8EE00}"/>
          </ac:spMkLst>
        </pc:spChg>
        <pc:spChg chg="add del mod">
          <ac:chgData name="Bhagwati Prajapat" userId="b839eebba3ffbd89" providerId="LiveId" clId="{B6FF9BFC-A38C-4B68-9788-27B430AE1BE0}" dt="2024-01-01T14:16:28.848" v="1206"/>
          <ac:spMkLst>
            <pc:docMk/>
            <pc:sldMk cId="978690668" sldId="269"/>
            <ac:spMk id="5" creationId="{2DBB3B4E-F9E0-B3E1-FFD9-8D4F7BB87217}"/>
          </ac:spMkLst>
        </pc:spChg>
        <pc:spChg chg="add del mod">
          <ac:chgData name="Bhagwati Prajapat" userId="b839eebba3ffbd89" providerId="LiveId" clId="{B6FF9BFC-A38C-4B68-9788-27B430AE1BE0}" dt="2024-01-01T14:17:44.901" v="1208"/>
          <ac:spMkLst>
            <pc:docMk/>
            <pc:sldMk cId="978690668" sldId="269"/>
            <ac:spMk id="6" creationId="{532B160A-9721-1AD7-D46A-910083C63244}"/>
          </ac:spMkLst>
        </pc:spChg>
        <pc:spChg chg="add del mod">
          <ac:chgData name="Bhagwati Prajapat" userId="b839eebba3ffbd89" providerId="LiveId" clId="{B6FF9BFC-A38C-4B68-9788-27B430AE1BE0}" dt="2024-01-01T14:27:23.444" v="1225"/>
          <ac:spMkLst>
            <pc:docMk/>
            <pc:sldMk cId="978690668" sldId="269"/>
            <ac:spMk id="7" creationId="{A80510D4-56F5-CC16-0C79-B747F8BD4E42}"/>
          </ac:spMkLst>
        </pc:spChg>
        <pc:spChg chg="add del mod">
          <ac:chgData name="Bhagwati Prajapat" userId="b839eebba3ffbd89" providerId="LiveId" clId="{B6FF9BFC-A38C-4B68-9788-27B430AE1BE0}" dt="2024-01-01T14:27:37.120" v="1227"/>
          <ac:spMkLst>
            <pc:docMk/>
            <pc:sldMk cId="978690668" sldId="269"/>
            <ac:spMk id="8" creationId="{A32823DC-EEFA-EB7C-FE3F-BF759676EC7B}"/>
          </ac:spMkLst>
        </pc:spChg>
      </pc:sldChg>
      <pc:sldChg chg="addSp delSp modSp new mod">
        <pc:chgData name="Bhagwati Prajapat" userId="b839eebba3ffbd89" providerId="LiveId" clId="{B6FF9BFC-A38C-4B68-9788-27B430AE1BE0}" dt="2024-01-01T14:38:40.444" v="1249" actId="255"/>
        <pc:sldMkLst>
          <pc:docMk/>
          <pc:sldMk cId="1753540663" sldId="269"/>
        </pc:sldMkLst>
        <pc:spChg chg="mod">
          <ac:chgData name="Bhagwati Prajapat" userId="b839eebba3ffbd89" providerId="LiveId" clId="{B6FF9BFC-A38C-4B68-9788-27B430AE1BE0}" dt="2024-01-01T14:38:40.444" v="1249" actId="255"/>
          <ac:spMkLst>
            <pc:docMk/>
            <pc:sldMk cId="1753540663" sldId="269"/>
            <ac:spMk id="2" creationId="{A5A41A6B-2F12-4CAE-9CF8-61404BDF1271}"/>
          </ac:spMkLst>
        </pc:spChg>
        <pc:spChg chg="add del">
          <ac:chgData name="Bhagwati Prajapat" userId="b839eebba3ffbd89" providerId="LiveId" clId="{B6FF9BFC-A38C-4B68-9788-27B430AE1BE0}" dt="2024-01-01T14:33:33.961" v="1234" actId="931"/>
          <ac:spMkLst>
            <pc:docMk/>
            <pc:sldMk cId="1753540663" sldId="269"/>
            <ac:spMk id="3" creationId="{AD2EFF34-966C-E256-3165-F01B79975C16}"/>
          </ac:spMkLst>
        </pc:spChg>
        <pc:spChg chg="add del mod">
          <ac:chgData name="Bhagwati Prajapat" userId="b839eebba3ffbd89" providerId="LiveId" clId="{B6FF9BFC-A38C-4B68-9788-27B430AE1BE0}" dt="2024-01-01T14:28:12.128" v="1232"/>
          <ac:spMkLst>
            <pc:docMk/>
            <pc:sldMk cId="1753540663" sldId="269"/>
            <ac:spMk id="4" creationId="{7594E231-F7D6-1763-F023-CD0689D0FA09}"/>
          </ac:spMkLst>
        </pc:spChg>
        <pc:picChg chg="add mod">
          <ac:chgData name="Bhagwati Prajapat" userId="b839eebba3ffbd89" providerId="LiveId" clId="{B6FF9BFC-A38C-4B68-9788-27B430AE1BE0}" dt="2024-01-01T14:34:37.943" v="1244" actId="207"/>
          <ac:picMkLst>
            <pc:docMk/>
            <pc:sldMk cId="1753540663" sldId="269"/>
            <ac:picMk id="6" creationId="{E746E6B3-7549-C233-13B4-36F9268F0766}"/>
          </ac:picMkLst>
        </pc:picChg>
        <pc:picChg chg="add mod">
          <ac:chgData name="Bhagwati Prajapat" userId="b839eebba3ffbd89" providerId="LiveId" clId="{B6FF9BFC-A38C-4B68-9788-27B430AE1BE0}" dt="2024-01-01T14:33:59.652" v="1239" actId="1076"/>
          <ac:picMkLst>
            <pc:docMk/>
            <pc:sldMk cId="1753540663" sldId="269"/>
            <ac:picMk id="8" creationId="{FF381421-F5FC-7C73-67F3-4BF089AD6179}"/>
          </ac:picMkLst>
        </pc:picChg>
      </pc:sldChg>
      <pc:sldChg chg="addSp delSp modSp new mod">
        <pc:chgData name="Bhagwati Prajapat" userId="b839eebba3ffbd89" providerId="LiveId" clId="{B6FF9BFC-A38C-4B68-9788-27B430AE1BE0}" dt="2024-01-03T02:40:33.591" v="3817" actId="2711"/>
        <pc:sldMkLst>
          <pc:docMk/>
          <pc:sldMk cId="1762992135" sldId="270"/>
        </pc:sldMkLst>
        <pc:spChg chg="mod">
          <ac:chgData name="Bhagwati Prajapat" userId="b839eebba3ffbd89" providerId="LiveId" clId="{B6FF9BFC-A38C-4B68-9788-27B430AE1BE0}" dt="2024-01-03T02:40:00.673" v="3815" actId="1076"/>
          <ac:spMkLst>
            <pc:docMk/>
            <pc:sldMk cId="1762992135" sldId="270"/>
            <ac:spMk id="2" creationId="{5FFDC0F2-3492-8DDF-6AE1-AF5D14416E3B}"/>
          </ac:spMkLst>
        </pc:spChg>
        <pc:spChg chg="add del mod">
          <ac:chgData name="Bhagwati Prajapat" userId="b839eebba3ffbd89" providerId="LiveId" clId="{B6FF9BFC-A38C-4B68-9788-27B430AE1BE0}" dt="2024-01-03T02:40:33.591" v="3817" actId="2711"/>
          <ac:spMkLst>
            <pc:docMk/>
            <pc:sldMk cId="1762992135" sldId="270"/>
            <ac:spMk id="3" creationId="{38984505-4475-3A59-F085-260E47BE0D3E}"/>
          </ac:spMkLst>
        </pc:spChg>
        <pc:spChg chg="add del mod">
          <ac:chgData name="Bhagwati Prajapat" userId="b839eebba3ffbd89" providerId="LiveId" clId="{B6FF9BFC-A38C-4B68-9788-27B430AE1BE0}" dt="2024-01-01T15:42:48.965" v="1667" actId="478"/>
          <ac:spMkLst>
            <pc:docMk/>
            <pc:sldMk cId="1762992135" sldId="270"/>
            <ac:spMk id="5" creationId="{333B54FC-8889-342E-550E-3940EC1E3524}"/>
          </ac:spMkLst>
        </pc:spChg>
      </pc:sldChg>
      <pc:sldChg chg="addSp delSp modSp new mod">
        <pc:chgData name="Bhagwati Prajapat" userId="b839eebba3ffbd89" providerId="LiveId" clId="{B6FF9BFC-A38C-4B68-9788-27B430AE1BE0}" dt="2024-01-02T10:43:15.167" v="2404"/>
        <pc:sldMkLst>
          <pc:docMk/>
          <pc:sldMk cId="45303982" sldId="271"/>
        </pc:sldMkLst>
        <pc:spChg chg="mod">
          <ac:chgData name="Bhagwati Prajapat" userId="b839eebba3ffbd89" providerId="LiveId" clId="{B6FF9BFC-A38C-4B68-9788-27B430AE1BE0}" dt="2024-01-02T10:43:15.167" v="2404"/>
          <ac:spMkLst>
            <pc:docMk/>
            <pc:sldMk cId="45303982" sldId="271"/>
            <ac:spMk id="2" creationId="{83E5E02A-F850-4C18-D5E9-B3D941370608}"/>
          </ac:spMkLst>
        </pc:spChg>
        <pc:spChg chg="add del mod">
          <ac:chgData name="Bhagwati Prajapat" userId="b839eebba3ffbd89" providerId="LiveId" clId="{B6FF9BFC-A38C-4B68-9788-27B430AE1BE0}" dt="2024-01-01T16:08:19.824" v="1909" actId="931"/>
          <ac:spMkLst>
            <pc:docMk/>
            <pc:sldMk cId="45303982" sldId="271"/>
            <ac:spMk id="3" creationId="{E249B64F-1E78-8DCC-7F50-BDFE3D135B1E}"/>
          </ac:spMkLst>
        </pc:spChg>
        <pc:spChg chg="add del mod">
          <ac:chgData name="Bhagwati Prajapat" userId="b839eebba3ffbd89" providerId="LiveId" clId="{B6FF9BFC-A38C-4B68-9788-27B430AE1BE0}" dt="2024-01-01T16:16:10.939" v="1913" actId="931"/>
          <ac:spMkLst>
            <pc:docMk/>
            <pc:sldMk cId="45303982" sldId="271"/>
            <ac:spMk id="12" creationId="{4C120352-FBC2-BDEE-1E63-E6AAB59C48B0}"/>
          </ac:spMkLst>
        </pc:spChg>
        <pc:spChg chg="add mod">
          <ac:chgData name="Bhagwati Prajapat" userId="b839eebba3ffbd89" providerId="LiveId" clId="{B6FF9BFC-A38C-4B68-9788-27B430AE1BE0}" dt="2024-01-02T10:36:45.016" v="2359" actId="2711"/>
          <ac:spMkLst>
            <pc:docMk/>
            <pc:sldMk cId="45303982" sldId="271"/>
            <ac:spMk id="16" creationId="{3BEA02B4-FE4C-44F7-A0E5-0C28703283BC}"/>
          </ac:spMkLst>
        </pc:spChg>
        <pc:graphicFrameChg chg="add del mod">
          <ac:chgData name="Bhagwati Prajapat" userId="b839eebba3ffbd89" providerId="LiveId" clId="{B6FF9BFC-A38C-4B68-9788-27B430AE1BE0}" dt="2024-01-01T16:04:01.104" v="1902" actId="1957"/>
          <ac:graphicFrameMkLst>
            <pc:docMk/>
            <pc:sldMk cId="45303982" sldId="271"/>
            <ac:graphicFrameMk id="6" creationId="{13896D54-F59F-6F0B-BC5E-D9D39EA2583D}"/>
          </ac:graphicFrameMkLst>
        </pc:graphicFrameChg>
        <pc:graphicFrameChg chg="add del mod">
          <ac:chgData name="Bhagwati Prajapat" userId="b839eebba3ffbd89" providerId="LiveId" clId="{B6FF9BFC-A38C-4B68-9788-27B430AE1BE0}" dt="2024-01-01T16:06:25.274" v="1905" actId="478"/>
          <ac:graphicFrameMkLst>
            <pc:docMk/>
            <pc:sldMk cId="45303982" sldId="271"/>
            <ac:graphicFrameMk id="7" creationId="{55DA8248-132E-CC85-B321-59FF04B5261B}"/>
          </ac:graphicFrameMkLst>
        </pc:graphicFrameChg>
        <pc:graphicFrameChg chg="add del mod">
          <ac:chgData name="Bhagwati Prajapat" userId="b839eebba3ffbd89" providerId="LiveId" clId="{B6FF9BFC-A38C-4B68-9788-27B430AE1BE0}" dt="2024-01-01T16:07:08.446" v="1908" actId="478"/>
          <ac:graphicFrameMkLst>
            <pc:docMk/>
            <pc:sldMk cId="45303982" sldId="271"/>
            <ac:graphicFrameMk id="8" creationId="{55DA8248-132E-CC85-B321-59FF04B5261B}"/>
          </ac:graphicFrameMkLst>
        </pc:graphicFrameChg>
        <pc:picChg chg="add del mod">
          <ac:chgData name="Bhagwati Prajapat" userId="b839eebba3ffbd89" providerId="LiveId" clId="{B6FF9BFC-A38C-4B68-9788-27B430AE1BE0}" dt="2024-01-01T16:16:00.170" v="1912" actId="478"/>
          <ac:picMkLst>
            <pc:docMk/>
            <pc:sldMk cId="45303982" sldId="271"/>
            <ac:picMk id="10" creationId="{C601709D-BBE0-2EFD-BBEA-4056CF3A92A6}"/>
          </ac:picMkLst>
        </pc:picChg>
        <pc:picChg chg="add del mod">
          <ac:chgData name="Bhagwati Prajapat" userId="b839eebba3ffbd89" providerId="LiveId" clId="{B6FF9BFC-A38C-4B68-9788-27B430AE1BE0}" dt="2024-01-01T16:16:23.905" v="1915" actId="478"/>
          <ac:picMkLst>
            <pc:docMk/>
            <pc:sldMk cId="45303982" sldId="271"/>
            <ac:picMk id="14" creationId="{642CC551-B462-3278-1C86-5119A46D9ECC}"/>
          </ac:picMkLst>
        </pc:picChg>
        <pc:picChg chg="add mod">
          <ac:chgData name="Bhagwati Prajapat" userId="b839eebba3ffbd89" providerId="LiveId" clId="{B6FF9BFC-A38C-4B68-9788-27B430AE1BE0}" dt="2024-01-02T10:32:39.314" v="2343" actId="1076"/>
          <ac:picMkLst>
            <pc:docMk/>
            <pc:sldMk cId="45303982" sldId="271"/>
            <ac:picMk id="17" creationId="{744DF5D6-32D9-D0D6-2EEB-4A0522AA8E9F}"/>
          </ac:picMkLst>
        </pc:picChg>
        <pc:picChg chg="add del mod">
          <ac:chgData name="Bhagwati Prajapat" userId="b839eebba3ffbd89" providerId="LiveId" clId="{B6FF9BFC-A38C-4B68-9788-27B430AE1BE0}" dt="2024-01-02T10:29:13.204" v="2246" actId="21"/>
          <ac:picMkLst>
            <pc:docMk/>
            <pc:sldMk cId="45303982" sldId="271"/>
            <ac:picMk id="19" creationId="{4CB159CE-124C-B25B-108B-DE90357CD8F4}"/>
          </ac:picMkLst>
        </pc:picChg>
        <pc:picChg chg="add del mod">
          <ac:chgData name="Bhagwati Prajapat" userId="b839eebba3ffbd89" providerId="LiveId" clId="{B6FF9BFC-A38C-4B68-9788-27B430AE1BE0}" dt="2024-01-02T10:29:21.528" v="2248" actId="21"/>
          <ac:picMkLst>
            <pc:docMk/>
            <pc:sldMk cId="45303982" sldId="271"/>
            <ac:picMk id="21" creationId="{2B43AF53-0DE4-EFDA-CDDA-C8BD3488FC4E}"/>
          </ac:picMkLst>
        </pc:picChg>
      </pc:sldChg>
      <pc:sldChg chg="addSp delSp modSp new mod">
        <pc:chgData name="Bhagwati Prajapat" userId="b839eebba3ffbd89" providerId="LiveId" clId="{B6FF9BFC-A38C-4B68-9788-27B430AE1BE0}" dt="2024-01-02T11:00:50.325" v="2516" actId="1076"/>
        <pc:sldMkLst>
          <pc:docMk/>
          <pc:sldMk cId="4235707088" sldId="272"/>
        </pc:sldMkLst>
        <pc:spChg chg="del mod">
          <ac:chgData name="Bhagwati Prajapat" userId="b839eebba3ffbd89" providerId="LiveId" clId="{B6FF9BFC-A38C-4B68-9788-27B430AE1BE0}" dt="2024-01-02T10:49:10.371" v="2432" actId="478"/>
          <ac:spMkLst>
            <pc:docMk/>
            <pc:sldMk cId="4235707088" sldId="272"/>
            <ac:spMk id="2" creationId="{9B45DBC3-B23E-BBC7-0FC4-70E1CF4124C4}"/>
          </ac:spMkLst>
        </pc:spChg>
        <pc:spChg chg="del mod">
          <ac:chgData name="Bhagwati Prajapat" userId="b839eebba3ffbd89" providerId="LiveId" clId="{B6FF9BFC-A38C-4B68-9788-27B430AE1BE0}" dt="2024-01-01T16:59:40.525" v="1945" actId="931"/>
          <ac:spMkLst>
            <pc:docMk/>
            <pc:sldMk cId="4235707088" sldId="272"/>
            <ac:spMk id="3" creationId="{32905212-1F26-6DD3-DC44-34FC7C4BAC2F}"/>
          </ac:spMkLst>
        </pc:spChg>
        <pc:spChg chg="add del mod">
          <ac:chgData name="Bhagwati Prajapat" userId="b839eebba3ffbd89" providerId="LiveId" clId="{B6FF9BFC-A38C-4B68-9788-27B430AE1BE0}" dt="2024-01-02T10:49:12.147" v="2433" actId="478"/>
          <ac:spMkLst>
            <pc:docMk/>
            <pc:sldMk cId="4235707088" sldId="272"/>
            <ac:spMk id="4" creationId="{E5905609-4B31-9B50-80EB-C487F5D1ABFB}"/>
          </ac:spMkLst>
        </pc:spChg>
        <pc:spChg chg="add mod">
          <ac:chgData name="Bhagwati Prajapat" userId="b839eebba3ffbd89" providerId="LiveId" clId="{B6FF9BFC-A38C-4B68-9788-27B430AE1BE0}" dt="2024-01-02T11:00:50.325" v="2516" actId="1076"/>
          <ac:spMkLst>
            <pc:docMk/>
            <pc:sldMk cId="4235707088" sldId="272"/>
            <ac:spMk id="5" creationId="{134BFCF3-EF70-1C39-FE46-5DF310DEC945}"/>
          </ac:spMkLst>
        </pc:spChg>
        <pc:spChg chg="add mod">
          <ac:chgData name="Bhagwati Prajapat" userId="b839eebba3ffbd89" providerId="LiveId" clId="{B6FF9BFC-A38C-4B68-9788-27B430AE1BE0}" dt="2024-01-02T11:00:33.647" v="2512" actId="1076"/>
          <ac:spMkLst>
            <pc:docMk/>
            <pc:sldMk cId="4235707088" sldId="272"/>
            <ac:spMk id="7" creationId="{797F4885-60C3-0309-B5AA-85699D76478C}"/>
          </ac:spMkLst>
        </pc:spChg>
        <pc:picChg chg="add del mod">
          <ac:chgData name="Bhagwati Prajapat" userId="b839eebba3ffbd89" providerId="LiveId" clId="{B6FF9BFC-A38C-4B68-9788-27B430AE1BE0}" dt="2024-01-01T16:59:46.928" v="1947" actId="478"/>
          <ac:picMkLst>
            <pc:docMk/>
            <pc:sldMk cId="4235707088" sldId="272"/>
            <ac:picMk id="5" creationId="{F2931C16-391F-5B06-75C3-D123E21C6631}"/>
          </ac:picMkLst>
        </pc:picChg>
        <pc:picChg chg="add mod">
          <ac:chgData name="Bhagwati Prajapat" userId="b839eebba3ffbd89" providerId="LiveId" clId="{B6FF9BFC-A38C-4B68-9788-27B430AE1BE0}" dt="2024-01-02T10:53:13.722" v="2454" actId="14100"/>
          <ac:picMkLst>
            <pc:docMk/>
            <pc:sldMk cId="4235707088" sldId="272"/>
            <ac:picMk id="8" creationId="{CC1FB75B-6230-F51D-A7D7-7794036016F1}"/>
          </ac:picMkLst>
        </pc:picChg>
        <pc:picChg chg="add del mod">
          <ac:chgData name="Bhagwati Prajapat" userId="b839eebba3ffbd89" providerId="LiveId" clId="{B6FF9BFC-A38C-4B68-9788-27B430AE1BE0}" dt="2024-01-02T10:50:38.384" v="2445" actId="21"/>
          <ac:picMkLst>
            <pc:docMk/>
            <pc:sldMk cId="4235707088" sldId="272"/>
            <ac:picMk id="10" creationId="{A0EEA501-F060-B6C8-92E7-A601E990A68F}"/>
          </ac:picMkLst>
        </pc:picChg>
        <pc:picChg chg="add del mod">
          <ac:chgData name="Bhagwati Prajapat" userId="b839eebba3ffbd89" providerId="LiveId" clId="{B6FF9BFC-A38C-4B68-9788-27B430AE1BE0}" dt="2024-01-02T10:50:38.384" v="2445" actId="21"/>
          <ac:picMkLst>
            <pc:docMk/>
            <pc:sldMk cId="4235707088" sldId="272"/>
            <ac:picMk id="12" creationId="{BB8D02C4-2162-2235-5EF9-E80E99CD510F}"/>
          </ac:picMkLst>
        </pc:picChg>
      </pc:sldChg>
      <pc:sldChg chg="addSp delSp modSp new mod">
        <pc:chgData name="Bhagwati Prajapat" userId="b839eebba3ffbd89" providerId="LiveId" clId="{B6FF9BFC-A38C-4B68-9788-27B430AE1BE0}" dt="2024-01-03T02:43:18.686" v="3826" actId="255"/>
        <pc:sldMkLst>
          <pc:docMk/>
          <pc:sldMk cId="2429098678" sldId="273"/>
        </pc:sldMkLst>
        <pc:spChg chg="del mod">
          <ac:chgData name="Bhagwati Prajapat" userId="b839eebba3ffbd89" providerId="LiveId" clId="{B6FF9BFC-A38C-4B68-9788-27B430AE1BE0}" dt="2024-01-02T11:32:16.583" v="2632" actId="478"/>
          <ac:spMkLst>
            <pc:docMk/>
            <pc:sldMk cId="2429098678" sldId="273"/>
            <ac:spMk id="2" creationId="{1024C459-277E-4BD9-1907-B5B2DC393854}"/>
          </ac:spMkLst>
        </pc:spChg>
        <pc:spChg chg="del mod">
          <ac:chgData name="Bhagwati Prajapat" userId="b839eebba3ffbd89" providerId="LiveId" clId="{B6FF9BFC-A38C-4B68-9788-27B430AE1BE0}" dt="2024-01-02T11:32:45.741" v="2636" actId="478"/>
          <ac:spMkLst>
            <pc:docMk/>
            <pc:sldMk cId="2429098678" sldId="273"/>
            <ac:spMk id="3" creationId="{FBC13595-238A-B7C2-87A0-3030FCA97240}"/>
          </ac:spMkLst>
        </pc:spChg>
        <pc:spChg chg="add mod">
          <ac:chgData name="Bhagwati Prajapat" userId="b839eebba3ffbd89" providerId="LiveId" clId="{B6FF9BFC-A38C-4B68-9788-27B430AE1BE0}" dt="2024-01-02T11:32:00.428" v="2631" actId="1076"/>
          <ac:spMkLst>
            <pc:docMk/>
            <pc:sldMk cId="2429098678" sldId="273"/>
            <ac:spMk id="6" creationId="{1C01A03A-3D81-0B06-0EE4-C3FA3AEDD397}"/>
          </ac:spMkLst>
        </pc:spChg>
        <pc:spChg chg="add del mod">
          <ac:chgData name="Bhagwati Prajapat" userId="b839eebba3ffbd89" providerId="LiveId" clId="{B6FF9BFC-A38C-4B68-9788-27B430AE1BE0}" dt="2024-01-02T11:32:24.709" v="2634" actId="478"/>
          <ac:spMkLst>
            <pc:docMk/>
            <pc:sldMk cId="2429098678" sldId="273"/>
            <ac:spMk id="10" creationId="{ACFAEC84-9B9F-0976-DE73-B93C6F95625D}"/>
          </ac:spMkLst>
        </pc:spChg>
        <pc:spChg chg="add del mod">
          <ac:chgData name="Bhagwati Prajapat" userId="b839eebba3ffbd89" providerId="LiveId" clId="{B6FF9BFC-A38C-4B68-9788-27B430AE1BE0}" dt="2024-01-02T11:32:47.360" v="2637" actId="478"/>
          <ac:spMkLst>
            <pc:docMk/>
            <pc:sldMk cId="2429098678" sldId="273"/>
            <ac:spMk id="13" creationId="{4D6A71D7-83E8-0902-3585-9F833CBEACFB}"/>
          </ac:spMkLst>
        </pc:spChg>
        <pc:spChg chg="add mod">
          <ac:chgData name="Bhagwati Prajapat" userId="b839eebba3ffbd89" providerId="LiveId" clId="{B6FF9BFC-A38C-4B68-9788-27B430AE1BE0}" dt="2024-01-03T02:43:18.686" v="3826" actId="255"/>
          <ac:spMkLst>
            <pc:docMk/>
            <pc:sldMk cId="2429098678" sldId="273"/>
            <ac:spMk id="14" creationId="{2559335E-A24F-532C-FD94-F04F25E6765F}"/>
          </ac:spMkLst>
        </pc:spChg>
        <pc:spChg chg="add del mod">
          <ac:chgData name="Bhagwati Prajapat" userId="b839eebba3ffbd89" providerId="LiveId" clId="{B6FF9BFC-A38C-4B68-9788-27B430AE1BE0}" dt="2024-01-02T11:33:07.900" v="2642" actId="478"/>
          <ac:spMkLst>
            <pc:docMk/>
            <pc:sldMk cId="2429098678" sldId="273"/>
            <ac:spMk id="15" creationId="{009C03F3-D789-BF03-2221-736599BAAF55}"/>
          </ac:spMkLst>
        </pc:spChg>
        <pc:picChg chg="add del mod">
          <ac:chgData name="Bhagwati Prajapat" userId="b839eebba3ffbd89" providerId="LiveId" clId="{B6FF9BFC-A38C-4B68-9788-27B430AE1BE0}" dt="2024-01-01T17:20:16.954" v="2000" actId="478"/>
          <ac:picMkLst>
            <pc:docMk/>
            <pc:sldMk cId="2429098678" sldId="273"/>
            <ac:picMk id="5" creationId="{3367B4C0-B4FD-922A-6BE0-94E2F0CD8ED2}"/>
          </ac:picMkLst>
        </pc:picChg>
        <pc:picChg chg="add mod">
          <ac:chgData name="Bhagwati Prajapat" userId="b839eebba3ffbd89" providerId="LiveId" clId="{B6FF9BFC-A38C-4B68-9788-27B430AE1BE0}" dt="2024-01-02T11:30:19.260" v="2619" actId="14100"/>
          <ac:picMkLst>
            <pc:docMk/>
            <pc:sldMk cId="2429098678" sldId="273"/>
            <ac:picMk id="5" creationId="{DC5B84F8-07E9-3F7C-D511-A2B07FAFE9BE}"/>
          </ac:picMkLst>
        </pc:picChg>
        <pc:picChg chg="add del mod">
          <ac:chgData name="Bhagwati Prajapat" userId="b839eebba3ffbd89" providerId="LiveId" clId="{B6FF9BFC-A38C-4B68-9788-27B430AE1BE0}" dt="2024-01-02T11:29:09.144" v="2602" actId="478"/>
          <ac:picMkLst>
            <pc:docMk/>
            <pc:sldMk cId="2429098678" sldId="273"/>
            <ac:picMk id="7" creationId="{9FE2C01C-109E-6F74-DEE9-2711424BB9B8}"/>
          </ac:picMkLst>
        </pc:picChg>
        <pc:picChg chg="add del mod">
          <ac:chgData name="Bhagwati Prajapat" userId="b839eebba3ffbd89" providerId="LiveId" clId="{B6FF9BFC-A38C-4B68-9788-27B430AE1BE0}" dt="2024-01-02T11:29:32.952" v="2608" actId="21"/>
          <ac:picMkLst>
            <pc:docMk/>
            <pc:sldMk cId="2429098678" sldId="273"/>
            <ac:picMk id="9" creationId="{5108B89C-D282-7C06-8171-D919C932B3BD}"/>
          </ac:picMkLst>
        </pc:picChg>
        <pc:picChg chg="add del mod">
          <ac:chgData name="Bhagwati Prajapat" userId="b839eebba3ffbd89" providerId="LiveId" clId="{B6FF9BFC-A38C-4B68-9788-27B430AE1BE0}" dt="2024-01-02T11:29:51.268" v="2613" actId="21"/>
          <ac:picMkLst>
            <pc:docMk/>
            <pc:sldMk cId="2429098678" sldId="273"/>
            <ac:picMk id="11" creationId="{E462CE4F-04C6-16E4-8903-622AA94E8FBE}"/>
          </ac:picMkLst>
        </pc:picChg>
      </pc:sldChg>
      <pc:sldChg chg="modSp new mod">
        <pc:chgData name="Bhagwati Prajapat" userId="b839eebba3ffbd89" providerId="LiveId" clId="{B6FF9BFC-A38C-4B68-9788-27B430AE1BE0}" dt="2024-01-03T03:25:50.134" v="4140" actId="2711"/>
        <pc:sldMkLst>
          <pc:docMk/>
          <pc:sldMk cId="810134553" sldId="274"/>
        </pc:sldMkLst>
        <pc:spChg chg="mod">
          <ac:chgData name="Bhagwati Prajapat" userId="b839eebba3ffbd89" providerId="LiveId" clId="{B6FF9BFC-A38C-4B68-9788-27B430AE1BE0}" dt="2024-01-02T06:15:10.737" v="2018" actId="113"/>
          <ac:spMkLst>
            <pc:docMk/>
            <pc:sldMk cId="810134553" sldId="274"/>
            <ac:spMk id="2" creationId="{6BF12C02-17B3-B940-209E-F2BE3A56608D}"/>
          </ac:spMkLst>
        </pc:spChg>
        <pc:spChg chg="mod">
          <ac:chgData name="Bhagwati Prajapat" userId="b839eebba3ffbd89" providerId="LiveId" clId="{B6FF9BFC-A38C-4B68-9788-27B430AE1BE0}" dt="2024-01-03T03:25:50.134" v="4140" actId="2711"/>
          <ac:spMkLst>
            <pc:docMk/>
            <pc:sldMk cId="810134553" sldId="274"/>
            <ac:spMk id="3" creationId="{58C7A8E5-29BC-D85D-812E-CF31135DB8B6}"/>
          </ac:spMkLst>
        </pc:spChg>
      </pc:sldChg>
      <pc:sldChg chg="addSp delSp modSp new mod">
        <pc:chgData name="Bhagwati Prajapat" userId="b839eebba3ffbd89" providerId="LiveId" clId="{B6FF9BFC-A38C-4B68-9788-27B430AE1BE0}" dt="2024-01-02T13:58:07.101" v="2971" actId="6549"/>
        <pc:sldMkLst>
          <pc:docMk/>
          <pc:sldMk cId="438014345" sldId="275"/>
        </pc:sldMkLst>
        <pc:spChg chg="mod">
          <ac:chgData name="Bhagwati Prajapat" userId="b839eebba3ffbd89" providerId="LiveId" clId="{B6FF9BFC-A38C-4B68-9788-27B430AE1BE0}" dt="2024-01-02T13:02:52.056" v="2822" actId="1076"/>
          <ac:spMkLst>
            <pc:docMk/>
            <pc:sldMk cId="438014345" sldId="275"/>
            <ac:spMk id="2" creationId="{A978A2B0-21D5-3584-B9DF-A6DE346694CD}"/>
          </ac:spMkLst>
        </pc:spChg>
        <pc:spChg chg="add del mod">
          <ac:chgData name="Bhagwati Prajapat" userId="b839eebba3ffbd89" providerId="LiveId" clId="{B6FF9BFC-A38C-4B68-9788-27B430AE1BE0}" dt="2024-01-02T13:57:55.042" v="2969" actId="20577"/>
          <ac:spMkLst>
            <pc:docMk/>
            <pc:sldMk cId="438014345" sldId="275"/>
            <ac:spMk id="3" creationId="{71880DF0-188D-68B9-7F38-7E167B892293}"/>
          </ac:spMkLst>
        </pc:spChg>
        <pc:spChg chg="add mod">
          <ac:chgData name="Bhagwati Prajapat" userId="b839eebba3ffbd89" providerId="LiveId" clId="{B6FF9BFC-A38C-4B68-9788-27B430AE1BE0}" dt="2024-01-02T13:58:07.101" v="2971" actId="6549"/>
          <ac:spMkLst>
            <pc:docMk/>
            <pc:sldMk cId="438014345" sldId="275"/>
            <ac:spMk id="4" creationId="{0B1B2C4F-CF85-B2E3-E0BE-305CFC965247}"/>
          </ac:spMkLst>
        </pc:spChg>
        <pc:spChg chg="add del mod">
          <ac:chgData name="Bhagwati Prajapat" userId="b839eebba3ffbd89" providerId="LiveId" clId="{B6FF9BFC-A38C-4B68-9788-27B430AE1BE0}" dt="2024-01-02T13:26:26.395" v="2882"/>
          <ac:spMkLst>
            <pc:docMk/>
            <pc:sldMk cId="438014345" sldId="275"/>
            <ac:spMk id="6" creationId="{E72DEAD8-B22A-551A-F5D8-3A9613DD10CC}"/>
          </ac:spMkLst>
        </pc:spChg>
        <pc:picChg chg="add mod">
          <ac:chgData name="Bhagwati Prajapat" userId="b839eebba3ffbd89" providerId="LiveId" clId="{B6FF9BFC-A38C-4B68-9788-27B430AE1BE0}" dt="2024-01-02T13:01:48.497" v="2779" actId="1076"/>
          <ac:picMkLst>
            <pc:docMk/>
            <pc:sldMk cId="438014345" sldId="275"/>
            <ac:picMk id="5" creationId="{764CBE23-A8CA-E2C9-524F-92338F72E588}"/>
          </ac:picMkLst>
        </pc:picChg>
        <pc:picChg chg="add mod">
          <ac:chgData name="Bhagwati Prajapat" userId="b839eebba3ffbd89" providerId="LiveId" clId="{B6FF9BFC-A38C-4B68-9788-27B430AE1BE0}" dt="2024-01-02T13:01:56.902" v="2781" actId="14100"/>
          <ac:picMkLst>
            <pc:docMk/>
            <pc:sldMk cId="438014345" sldId="275"/>
            <ac:picMk id="7" creationId="{0CE4EB97-84C7-5650-7783-F6A20F6D7531}"/>
          </ac:picMkLst>
        </pc:picChg>
      </pc:sldChg>
      <pc:sldChg chg="addSp delSp modSp new mod">
        <pc:chgData name="Bhagwati Prajapat" userId="b839eebba3ffbd89" providerId="LiveId" clId="{B6FF9BFC-A38C-4B68-9788-27B430AE1BE0}" dt="2024-01-02T14:12:03.086" v="3180" actId="1076"/>
        <pc:sldMkLst>
          <pc:docMk/>
          <pc:sldMk cId="2723782764" sldId="276"/>
        </pc:sldMkLst>
        <pc:spChg chg="mod">
          <ac:chgData name="Bhagwati Prajapat" userId="b839eebba3ffbd89" providerId="LiveId" clId="{B6FF9BFC-A38C-4B68-9788-27B430AE1BE0}" dt="2024-01-02T14:10:27.902" v="3142" actId="1076"/>
          <ac:spMkLst>
            <pc:docMk/>
            <pc:sldMk cId="2723782764" sldId="276"/>
            <ac:spMk id="2" creationId="{0AED22CA-85DB-B9E6-BE90-2B66C19D5656}"/>
          </ac:spMkLst>
        </pc:spChg>
        <pc:spChg chg="del mod">
          <ac:chgData name="Bhagwati Prajapat" userId="b839eebba3ffbd89" providerId="LiveId" clId="{B6FF9BFC-A38C-4B68-9788-27B430AE1BE0}" dt="2024-01-02T06:55:06.223" v="2051" actId="931"/>
          <ac:spMkLst>
            <pc:docMk/>
            <pc:sldMk cId="2723782764" sldId="276"/>
            <ac:spMk id="3" creationId="{5B252C46-46E5-BF40-99EC-7FA3D69F6200}"/>
          </ac:spMkLst>
        </pc:spChg>
        <pc:spChg chg="add del mod">
          <ac:chgData name="Bhagwati Prajapat" userId="b839eebba3ffbd89" providerId="LiveId" clId="{B6FF9BFC-A38C-4B68-9788-27B430AE1BE0}" dt="2024-01-02T14:12:03.086" v="3180" actId="1076"/>
          <ac:spMkLst>
            <pc:docMk/>
            <pc:sldMk cId="2723782764" sldId="276"/>
            <ac:spMk id="7" creationId="{733FBEE9-070A-88F7-2674-2E72B100E2A7}"/>
          </ac:spMkLst>
        </pc:spChg>
        <pc:picChg chg="add del mod">
          <ac:chgData name="Bhagwati Prajapat" userId="b839eebba3ffbd89" providerId="LiveId" clId="{B6FF9BFC-A38C-4B68-9788-27B430AE1BE0}" dt="2024-01-02T06:57:09.101" v="2056" actId="478"/>
          <ac:picMkLst>
            <pc:docMk/>
            <pc:sldMk cId="2723782764" sldId="276"/>
            <ac:picMk id="5" creationId="{9B863C78-B192-D015-8768-A95A1EFD732F}"/>
          </ac:picMkLst>
        </pc:picChg>
        <pc:picChg chg="add del mod">
          <ac:chgData name="Bhagwati Prajapat" userId="b839eebba3ffbd89" providerId="LiveId" clId="{B6FF9BFC-A38C-4B68-9788-27B430AE1BE0}" dt="2024-01-02T06:57:30.551" v="2066" actId="931"/>
          <ac:picMkLst>
            <pc:docMk/>
            <pc:sldMk cId="2723782764" sldId="276"/>
            <ac:picMk id="9" creationId="{3B2C7E20-273F-C11E-3EF0-45A07AD2BB73}"/>
          </ac:picMkLst>
        </pc:picChg>
        <pc:picChg chg="add mod">
          <ac:chgData name="Bhagwati Prajapat" userId="b839eebba3ffbd89" providerId="LiveId" clId="{B6FF9BFC-A38C-4B68-9788-27B430AE1BE0}" dt="2024-01-02T14:02:04.727" v="2981" actId="14100"/>
          <ac:picMkLst>
            <pc:docMk/>
            <pc:sldMk cId="2723782764" sldId="276"/>
            <ac:picMk id="11" creationId="{E855C3F3-3260-F756-F21C-E0F581A2E53F}"/>
          </ac:picMkLst>
        </pc:picChg>
        <pc:picChg chg="add del mod">
          <ac:chgData name="Bhagwati Prajapat" userId="b839eebba3ffbd89" providerId="LiveId" clId="{B6FF9BFC-A38C-4B68-9788-27B430AE1BE0}" dt="2024-01-02T14:01:10.520" v="2974" actId="21"/>
          <ac:picMkLst>
            <pc:docMk/>
            <pc:sldMk cId="2723782764" sldId="276"/>
            <ac:picMk id="13" creationId="{44772538-256B-41C6-E4E2-CE4BEA7CA221}"/>
          </ac:picMkLst>
        </pc:picChg>
        <pc:picChg chg="add del mod">
          <ac:chgData name="Bhagwati Prajapat" userId="b839eebba3ffbd89" providerId="LiveId" clId="{B6FF9BFC-A38C-4B68-9788-27B430AE1BE0}" dt="2024-01-02T14:01:20.547" v="2976" actId="21"/>
          <ac:picMkLst>
            <pc:docMk/>
            <pc:sldMk cId="2723782764" sldId="276"/>
            <ac:picMk id="15" creationId="{3095533C-69CE-A679-89CD-CA759A440804}"/>
          </ac:picMkLst>
        </pc:picChg>
      </pc:sldChg>
      <pc:sldChg chg="addSp delSp modSp new mod">
        <pc:chgData name="Bhagwati Prajapat" userId="b839eebba3ffbd89" providerId="LiveId" clId="{B6FF9BFC-A38C-4B68-9788-27B430AE1BE0}" dt="2024-01-02T14:40:44.260" v="3323" actId="1076"/>
        <pc:sldMkLst>
          <pc:docMk/>
          <pc:sldMk cId="1183880084" sldId="277"/>
        </pc:sldMkLst>
        <pc:spChg chg="mod">
          <ac:chgData name="Bhagwati Prajapat" userId="b839eebba3ffbd89" providerId="LiveId" clId="{B6FF9BFC-A38C-4B68-9788-27B430AE1BE0}" dt="2024-01-02T14:39:10.823" v="3313" actId="1076"/>
          <ac:spMkLst>
            <pc:docMk/>
            <pc:sldMk cId="1183880084" sldId="277"/>
            <ac:spMk id="2" creationId="{5EDCBFF3-0F31-34EB-2CF8-804BB836DA2C}"/>
          </ac:spMkLst>
        </pc:spChg>
        <pc:spChg chg="mod">
          <ac:chgData name="Bhagwati Prajapat" userId="b839eebba3ffbd89" providerId="LiveId" clId="{B6FF9BFC-A38C-4B68-9788-27B430AE1BE0}" dt="2024-01-02T14:40:37.244" v="3322" actId="1076"/>
          <ac:spMkLst>
            <pc:docMk/>
            <pc:sldMk cId="1183880084" sldId="277"/>
            <ac:spMk id="3" creationId="{A693B8C1-3583-49E5-5B72-F24066AEDA28}"/>
          </ac:spMkLst>
        </pc:spChg>
        <pc:picChg chg="add mod">
          <ac:chgData name="Bhagwati Prajapat" userId="b839eebba3ffbd89" providerId="LiveId" clId="{B6FF9BFC-A38C-4B68-9788-27B430AE1BE0}" dt="2024-01-02T14:40:44.260" v="3323" actId="1076"/>
          <ac:picMkLst>
            <pc:docMk/>
            <pc:sldMk cId="1183880084" sldId="277"/>
            <ac:picMk id="5" creationId="{CB6E4DA0-FB88-BBB8-BCD6-E754E38A26DA}"/>
          </ac:picMkLst>
        </pc:picChg>
        <pc:picChg chg="add del mod">
          <ac:chgData name="Bhagwati Prajapat" userId="b839eebba3ffbd89" providerId="LiveId" clId="{B6FF9BFC-A38C-4B68-9788-27B430AE1BE0}" dt="2024-01-02T14:27:43.495" v="3221" actId="21"/>
          <ac:picMkLst>
            <pc:docMk/>
            <pc:sldMk cId="1183880084" sldId="277"/>
            <ac:picMk id="7" creationId="{45DBBD22-E221-D230-83A8-5E9B36C3E2D9}"/>
          </ac:picMkLst>
        </pc:picChg>
        <pc:picChg chg="add del mod">
          <ac:chgData name="Bhagwati Prajapat" userId="b839eebba3ffbd89" providerId="LiveId" clId="{B6FF9BFC-A38C-4B68-9788-27B430AE1BE0}" dt="2024-01-02T14:27:58.458" v="3225" actId="21"/>
          <ac:picMkLst>
            <pc:docMk/>
            <pc:sldMk cId="1183880084" sldId="277"/>
            <ac:picMk id="9" creationId="{F38308BB-BEE0-C4C6-E392-0898244E54E6}"/>
          </ac:picMkLst>
        </pc:picChg>
      </pc:sldChg>
      <pc:sldChg chg="addSp delSp modSp new mod">
        <pc:chgData name="Bhagwati Prajapat" userId="b839eebba3ffbd89" providerId="LiveId" clId="{B6FF9BFC-A38C-4B68-9788-27B430AE1BE0}" dt="2024-01-02T19:19:00.377" v="3549" actId="14100"/>
        <pc:sldMkLst>
          <pc:docMk/>
          <pc:sldMk cId="3086841844" sldId="278"/>
        </pc:sldMkLst>
        <pc:spChg chg="mod">
          <ac:chgData name="Bhagwati Prajapat" userId="b839eebba3ffbd89" providerId="LiveId" clId="{B6FF9BFC-A38C-4B68-9788-27B430AE1BE0}" dt="2024-01-02T18:49:37.133" v="3505" actId="27636"/>
          <ac:spMkLst>
            <pc:docMk/>
            <pc:sldMk cId="3086841844" sldId="278"/>
            <ac:spMk id="2" creationId="{E6035C36-E0C1-EE4B-5007-BA1FAE30EF90}"/>
          </ac:spMkLst>
        </pc:spChg>
        <pc:spChg chg="del mod">
          <ac:chgData name="Bhagwati Prajapat" userId="b839eebba3ffbd89" providerId="LiveId" clId="{B6FF9BFC-A38C-4B68-9788-27B430AE1BE0}" dt="2024-01-02T08:55:45.737" v="2108" actId="931"/>
          <ac:spMkLst>
            <pc:docMk/>
            <pc:sldMk cId="3086841844" sldId="278"/>
            <ac:spMk id="3" creationId="{7B37FB57-19E8-EC9D-E1CC-471F8A1AAC62}"/>
          </ac:spMkLst>
        </pc:spChg>
        <pc:spChg chg="add del">
          <ac:chgData name="Bhagwati Prajapat" userId="b839eebba3ffbd89" providerId="LiveId" clId="{B6FF9BFC-A38C-4B68-9788-27B430AE1BE0}" dt="2024-01-02T19:14:30.050" v="3530"/>
          <ac:spMkLst>
            <pc:docMk/>
            <pc:sldMk cId="3086841844" sldId="278"/>
            <ac:spMk id="5" creationId="{3D9BDDC4-AC17-335C-1520-9B94941EBD65}"/>
          </ac:spMkLst>
        </pc:spChg>
        <pc:spChg chg="add del">
          <ac:chgData name="Bhagwati Prajapat" userId="b839eebba3ffbd89" providerId="LiveId" clId="{B6FF9BFC-A38C-4B68-9788-27B430AE1BE0}" dt="2024-01-02T19:14:30.050" v="3530"/>
          <ac:spMkLst>
            <pc:docMk/>
            <pc:sldMk cId="3086841844" sldId="278"/>
            <ac:spMk id="6" creationId="{FF1EB0E7-C40E-34DB-D970-B303BCFDE5FD}"/>
          </ac:spMkLst>
        </pc:spChg>
        <pc:spChg chg="add mod">
          <ac:chgData name="Bhagwati Prajapat" userId="b839eebba3ffbd89" providerId="LiveId" clId="{B6FF9BFC-A38C-4B68-9788-27B430AE1BE0}" dt="2024-01-02T19:19:00.377" v="3549" actId="14100"/>
          <ac:spMkLst>
            <pc:docMk/>
            <pc:sldMk cId="3086841844" sldId="278"/>
            <ac:spMk id="7" creationId="{CCCA3D04-3658-B94B-D34D-B687FA5496EA}"/>
          </ac:spMkLst>
        </pc:spChg>
        <pc:picChg chg="add del mod">
          <ac:chgData name="Bhagwati Prajapat" userId="b839eebba3ffbd89" providerId="LiveId" clId="{B6FF9BFC-A38C-4B68-9788-27B430AE1BE0}" dt="2024-01-02T18:47:49.396" v="3420" actId="478"/>
          <ac:picMkLst>
            <pc:docMk/>
            <pc:sldMk cId="3086841844" sldId="278"/>
            <ac:picMk id="4" creationId="{AECFD9D1-DED9-DB5A-A885-56BD0870E6C7}"/>
          </ac:picMkLst>
        </pc:picChg>
        <pc:picChg chg="add del mod">
          <ac:chgData name="Bhagwati Prajapat" userId="b839eebba3ffbd89" providerId="LiveId" clId="{B6FF9BFC-A38C-4B68-9788-27B430AE1BE0}" dt="2024-01-02T08:55:50.140" v="2109" actId="478"/>
          <ac:picMkLst>
            <pc:docMk/>
            <pc:sldMk cId="3086841844" sldId="278"/>
            <ac:picMk id="5" creationId="{6D9DE9B4-6CB4-FE50-E762-2606CCB55266}"/>
          </ac:picMkLst>
        </pc:picChg>
        <pc:picChg chg="add mod">
          <ac:chgData name="Bhagwati Prajapat" userId="b839eebba3ffbd89" providerId="LiveId" clId="{B6FF9BFC-A38C-4B68-9788-27B430AE1BE0}" dt="2024-01-02T19:18:37.101" v="3545" actId="1076"/>
          <ac:picMkLst>
            <pc:docMk/>
            <pc:sldMk cId="3086841844" sldId="278"/>
            <ac:picMk id="8" creationId="{922240F5-8F6D-0CCD-7A99-4684608E2599}"/>
          </ac:picMkLst>
        </pc:picChg>
      </pc:sldChg>
      <pc:sldChg chg="addSp delSp modSp new mod">
        <pc:chgData name="Bhagwati Prajapat" userId="b839eebba3ffbd89" providerId="LiveId" clId="{B6FF9BFC-A38C-4B68-9788-27B430AE1BE0}" dt="2024-01-02T20:12:42.194" v="3799" actId="1076"/>
        <pc:sldMkLst>
          <pc:docMk/>
          <pc:sldMk cId="262293901" sldId="279"/>
        </pc:sldMkLst>
        <pc:spChg chg="mod">
          <ac:chgData name="Bhagwati Prajapat" userId="b839eebba3ffbd89" providerId="LiveId" clId="{B6FF9BFC-A38C-4B68-9788-27B430AE1BE0}" dt="2024-01-02T19:26:33.446" v="3583" actId="14100"/>
          <ac:spMkLst>
            <pc:docMk/>
            <pc:sldMk cId="262293901" sldId="279"/>
            <ac:spMk id="2" creationId="{5BA5C1A2-CA66-FC02-3208-5C49F5E0FA5E}"/>
          </ac:spMkLst>
        </pc:spChg>
        <pc:spChg chg="del mod">
          <ac:chgData name="Bhagwati Prajapat" userId="b839eebba3ffbd89" providerId="LiveId" clId="{B6FF9BFC-A38C-4B68-9788-27B430AE1BE0}" dt="2024-01-02T20:02:50.087" v="3752" actId="931"/>
          <ac:spMkLst>
            <pc:docMk/>
            <pc:sldMk cId="262293901" sldId="279"/>
            <ac:spMk id="3" creationId="{A40C3855-384E-4978-D2DB-691CABDC87A9}"/>
          </ac:spMkLst>
        </pc:spChg>
        <pc:spChg chg="add del mod">
          <ac:chgData name="Bhagwati Prajapat" userId="b839eebba3ffbd89" providerId="LiveId" clId="{B6FF9BFC-A38C-4B68-9788-27B430AE1BE0}" dt="2024-01-02T20:03:41.011" v="3756" actId="931"/>
          <ac:spMkLst>
            <pc:docMk/>
            <pc:sldMk cId="262293901" sldId="279"/>
            <ac:spMk id="8" creationId="{EDE8E76D-FCDF-2CB3-1BD6-43ABAD27F3DE}"/>
          </ac:spMkLst>
        </pc:spChg>
        <pc:spChg chg="add mod">
          <ac:chgData name="Bhagwati Prajapat" userId="b839eebba3ffbd89" providerId="LiveId" clId="{B6FF9BFC-A38C-4B68-9788-27B430AE1BE0}" dt="2024-01-02T20:12:38.121" v="3797" actId="1076"/>
          <ac:spMkLst>
            <pc:docMk/>
            <pc:sldMk cId="262293901" sldId="279"/>
            <ac:spMk id="13" creationId="{57C7356B-E760-DA34-1627-DDC980582456}"/>
          </ac:spMkLst>
        </pc:spChg>
        <pc:spChg chg="add del">
          <ac:chgData name="Bhagwati Prajapat" userId="b839eebba3ffbd89" providerId="LiveId" clId="{B6FF9BFC-A38C-4B68-9788-27B430AE1BE0}" dt="2024-01-02T20:08:45.332" v="3768"/>
          <ac:spMkLst>
            <pc:docMk/>
            <pc:sldMk cId="262293901" sldId="279"/>
            <ac:spMk id="14" creationId="{422C46F7-F4A8-360D-09DA-E651CEDAA247}"/>
          </ac:spMkLst>
        </pc:spChg>
        <pc:spChg chg="add del">
          <ac:chgData name="Bhagwati Prajapat" userId="b839eebba3ffbd89" providerId="LiveId" clId="{B6FF9BFC-A38C-4B68-9788-27B430AE1BE0}" dt="2024-01-02T20:08:45.332" v="3768"/>
          <ac:spMkLst>
            <pc:docMk/>
            <pc:sldMk cId="262293901" sldId="279"/>
            <ac:spMk id="15" creationId="{2F647874-CC01-CE9C-B31D-F3F097F572D4}"/>
          </ac:spMkLst>
        </pc:spChg>
        <pc:picChg chg="add mod">
          <ac:chgData name="Bhagwati Prajapat" userId="b839eebba3ffbd89" providerId="LiveId" clId="{B6FF9BFC-A38C-4B68-9788-27B430AE1BE0}" dt="2024-01-02T20:12:42.194" v="3799" actId="1076"/>
          <ac:picMkLst>
            <pc:docMk/>
            <pc:sldMk cId="262293901" sldId="279"/>
            <ac:picMk id="5" creationId="{EF864811-C8FC-91B1-CBFE-E86C68466F6D}"/>
          </ac:picMkLst>
        </pc:picChg>
        <pc:picChg chg="add del mod">
          <ac:chgData name="Bhagwati Prajapat" userId="b839eebba3ffbd89" providerId="LiveId" clId="{B6FF9BFC-A38C-4B68-9788-27B430AE1BE0}" dt="2024-01-02T20:03:08.603" v="3754" actId="478"/>
          <ac:picMkLst>
            <pc:docMk/>
            <pc:sldMk cId="262293901" sldId="279"/>
            <ac:picMk id="6" creationId="{AAE3C958-C9FD-18D7-F03D-DC4BD95E47E6}"/>
          </ac:picMkLst>
        </pc:picChg>
        <pc:picChg chg="add del mod">
          <ac:chgData name="Bhagwati Prajapat" userId="b839eebba3ffbd89" providerId="LiveId" clId="{B6FF9BFC-A38C-4B68-9788-27B430AE1BE0}" dt="2024-01-02T20:03:57.402" v="3760" actId="478"/>
          <ac:picMkLst>
            <pc:docMk/>
            <pc:sldMk cId="262293901" sldId="279"/>
            <ac:picMk id="10" creationId="{6F0ED8C1-CEF2-CDF6-1D68-B946EA16D150}"/>
          </ac:picMkLst>
        </pc:picChg>
        <pc:picChg chg="add mod">
          <ac:chgData name="Bhagwati Prajapat" userId="b839eebba3ffbd89" providerId="LiveId" clId="{B6FF9BFC-A38C-4B68-9788-27B430AE1BE0}" dt="2024-01-02T20:12:40.170" v="3798" actId="1076"/>
          <ac:picMkLst>
            <pc:docMk/>
            <pc:sldMk cId="262293901" sldId="279"/>
            <ac:picMk id="11" creationId="{5ED963F2-8EA5-3BAA-6579-89A9E665F4EB}"/>
          </ac:picMkLst>
        </pc:picChg>
      </pc:sldChg>
      <pc:sldChg chg="addSp delSp modSp new mod">
        <pc:chgData name="Bhagwati Prajapat" userId="b839eebba3ffbd89" providerId="LiveId" clId="{B6FF9BFC-A38C-4B68-9788-27B430AE1BE0}" dt="2024-01-02T10:48:11.743" v="2428" actId="14100"/>
        <pc:sldMkLst>
          <pc:docMk/>
          <pc:sldMk cId="3443498991" sldId="280"/>
        </pc:sldMkLst>
        <pc:spChg chg="mod">
          <ac:chgData name="Bhagwati Prajapat" userId="b839eebba3ffbd89" providerId="LiveId" clId="{B6FF9BFC-A38C-4B68-9788-27B430AE1BE0}" dt="2024-01-02T10:44:49.923" v="2412" actId="20577"/>
          <ac:spMkLst>
            <pc:docMk/>
            <pc:sldMk cId="3443498991" sldId="280"/>
            <ac:spMk id="2" creationId="{2B2C1A06-FC64-F035-51E4-ADB6AE0E2D61}"/>
          </ac:spMkLst>
        </pc:spChg>
        <pc:spChg chg="del">
          <ac:chgData name="Bhagwati Prajapat" userId="b839eebba3ffbd89" providerId="LiveId" clId="{B6FF9BFC-A38C-4B68-9788-27B430AE1BE0}" dt="2024-01-02T10:29:23.991" v="2249"/>
          <ac:spMkLst>
            <pc:docMk/>
            <pc:sldMk cId="3443498991" sldId="280"/>
            <ac:spMk id="3" creationId="{C8AD00CF-906A-92B6-CB11-B398688E8885}"/>
          </ac:spMkLst>
        </pc:spChg>
        <pc:spChg chg="add mod">
          <ac:chgData name="Bhagwati Prajapat" userId="b839eebba3ffbd89" providerId="LiveId" clId="{B6FF9BFC-A38C-4B68-9788-27B430AE1BE0}" dt="2024-01-02T10:45:40.588" v="2422" actId="255"/>
          <ac:spMkLst>
            <pc:docMk/>
            <pc:sldMk cId="3443498991" sldId="280"/>
            <ac:spMk id="7" creationId="{4F1C7896-B719-38FD-4FC5-C83115047887}"/>
          </ac:spMkLst>
        </pc:spChg>
        <pc:picChg chg="add mod">
          <ac:chgData name="Bhagwati Prajapat" userId="b839eebba3ffbd89" providerId="LiveId" clId="{B6FF9BFC-A38C-4B68-9788-27B430AE1BE0}" dt="2024-01-02T10:37:15.826" v="2362" actId="1076"/>
          <ac:picMkLst>
            <pc:docMk/>
            <pc:sldMk cId="3443498991" sldId="280"/>
            <ac:picMk id="4" creationId="{BA39CF21-DB45-A9C0-DB1F-EFE886CE78C3}"/>
          </ac:picMkLst>
        </pc:picChg>
        <pc:picChg chg="add del mod">
          <ac:chgData name="Bhagwati Prajapat" userId="b839eebba3ffbd89" providerId="LiveId" clId="{B6FF9BFC-A38C-4B68-9788-27B430AE1BE0}" dt="2024-01-02T10:38:04.455" v="2363" actId="478"/>
          <ac:picMkLst>
            <pc:docMk/>
            <pc:sldMk cId="3443498991" sldId="280"/>
            <ac:picMk id="5" creationId="{8EADE73D-D6B0-7E2F-00DB-30B19E0AB3BA}"/>
          </ac:picMkLst>
        </pc:picChg>
        <pc:picChg chg="add del mod">
          <ac:chgData name="Bhagwati Prajapat" userId="b839eebba3ffbd89" providerId="LiveId" clId="{B6FF9BFC-A38C-4B68-9788-27B430AE1BE0}" dt="2024-01-02T10:46:24.370" v="2423" actId="478"/>
          <ac:picMkLst>
            <pc:docMk/>
            <pc:sldMk cId="3443498991" sldId="280"/>
            <ac:picMk id="8" creationId="{2730D645-9650-3587-1469-4774CE6CB995}"/>
          </ac:picMkLst>
        </pc:picChg>
        <pc:picChg chg="add mod">
          <ac:chgData name="Bhagwati Prajapat" userId="b839eebba3ffbd89" providerId="LiveId" clId="{B6FF9BFC-A38C-4B68-9788-27B430AE1BE0}" dt="2024-01-02T10:48:11.743" v="2428" actId="14100"/>
          <ac:picMkLst>
            <pc:docMk/>
            <pc:sldMk cId="3443498991" sldId="280"/>
            <ac:picMk id="10" creationId="{39F84EE7-E625-6D80-0390-9021A670C07D}"/>
          </ac:picMkLst>
        </pc:picChg>
      </pc:sldChg>
      <pc:sldChg chg="addSp delSp modSp new mod">
        <pc:chgData name="Bhagwati Prajapat" userId="b839eebba3ffbd89" providerId="LiveId" clId="{B6FF9BFC-A38C-4B68-9788-27B430AE1BE0}" dt="2024-01-02T11:13:41.783" v="2586" actId="207"/>
        <pc:sldMkLst>
          <pc:docMk/>
          <pc:sldMk cId="1329745438" sldId="281"/>
        </pc:sldMkLst>
        <pc:spChg chg="del">
          <ac:chgData name="Bhagwati Prajapat" userId="b839eebba3ffbd89" providerId="LiveId" clId="{B6FF9BFC-A38C-4B68-9788-27B430AE1BE0}" dt="2024-01-02T11:01:00.125" v="2517" actId="478"/>
          <ac:spMkLst>
            <pc:docMk/>
            <pc:sldMk cId="1329745438" sldId="281"/>
            <ac:spMk id="2" creationId="{073B03EB-92A0-E111-3CA4-0C3A0457C971}"/>
          </ac:spMkLst>
        </pc:spChg>
        <pc:spChg chg="del mod">
          <ac:chgData name="Bhagwati Prajapat" userId="b839eebba3ffbd89" providerId="LiveId" clId="{B6FF9BFC-A38C-4B68-9788-27B430AE1BE0}" dt="2024-01-02T11:02:07.090" v="2526" actId="478"/>
          <ac:spMkLst>
            <pc:docMk/>
            <pc:sldMk cId="1329745438" sldId="281"/>
            <ac:spMk id="3" creationId="{D0A1B884-D9C0-9FF7-90A7-6DC5925FC7E1}"/>
          </ac:spMkLst>
        </pc:spChg>
        <pc:spChg chg="add mod">
          <ac:chgData name="Bhagwati Prajapat" userId="b839eebba3ffbd89" providerId="LiveId" clId="{B6FF9BFC-A38C-4B68-9788-27B430AE1BE0}" dt="2024-01-02T11:13:41.783" v="2586" actId="207"/>
          <ac:spMkLst>
            <pc:docMk/>
            <pc:sldMk cId="1329745438" sldId="281"/>
            <ac:spMk id="7" creationId="{004232AC-D480-FD98-24C3-EC69031A90C2}"/>
          </ac:spMkLst>
        </pc:spChg>
        <pc:spChg chg="add mod">
          <ac:chgData name="Bhagwati Prajapat" userId="b839eebba3ffbd89" providerId="LiveId" clId="{B6FF9BFC-A38C-4B68-9788-27B430AE1BE0}" dt="2024-01-02T11:01:52.905" v="2525" actId="1076"/>
          <ac:spMkLst>
            <pc:docMk/>
            <pc:sldMk cId="1329745438" sldId="281"/>
            <ac:spMk id="8" creationId="{CED02F5D-82CD-B23B-31EC-5A929310A123}"/>
          </ac:spMkLst>
        </pc:spChg>
        <pc:picChg chg="add del mod">
          <ac:chgData name="Bhagwati Prajapat" userId="b839eebba3ffbd89" providerId="LiveId" clId="{B6FF9BFC-A38C-4B68-9788-27B430AE1BE0}" dt="2024-01-02T11:06:25.873" v="2546" actId="478"/>
          <ac:picMkLst>
            <pc:docMk/>
            <pc:sldMk cId="1329745438" sldId="281"/>
            <ac:picMk id="4" creationId="{AE048DB8-0E34-F60D-1914-ADBCBE630D87}"/>
          </ac:picMkLst>
        </pc:picChg>
        <pc:picChg chg="add del mod">
          <ac:chgData name="Bhagwati Prajapat" userId="b839eebba3ffbd89" providerId="LiveId" clId="{B6FF9BFC-A38C-4B68-9788-27B430AE1BE0}" dt="2024-01-02T11:12:45.256" v="2580" actId="478"/>
          <ac:picMkLst>
            <pc:docMk/>
            <pc:sldMk cId="1329745438" sldId="281"/>
            <ac:picMk id="5" creationId="{58C42292-A424-9ADC-DF5D-05C0F2912528}"/>
          </ac:picMkLst>
        </pc:picChg>
        <pc:picChg chg="add del mod">
          <ac:chgData name="Bhagwati Prajapat" userId="b839eebba3ffbd89" providerId="LiveId" clId="{B6FF9BFC-A38C-4B68-9788-27B430AE1BE0}" dt="2024-01-02T11:07:19.241" v="2548" actId="478"/>
          <ac:picMkLst>
            <pc:docMk/>
            <pc:sldMk cId="1329745438" sldId="281"/>
            <ac:picMk id="10" creationId="{C19D4CB5-481D-9C64-CCBE-5AA657F92C17}"/>
          </ac:picMkLst>
        </pc:picChg>
        <pc:picChg chg="add mod">
          <ac:chgData name="Bhagwati Prajapat" userId="b839eebba3ffbd89" providerId="LiveId" clId="{B6FF9BFC-A38C-4B68-9788-27B430AE1BE0}" dt="2024-01-02T11:07:31.584" v="2550" actId="1076"/>
          <ac:picMkLst>
            <pc:docMk/>
            <pc:sldMk cId="1329745438" sldId="281"/>
            <ac:picMk id="12" creationId="{E621D0F3-58C8-FB41-63D4-18FD924C339D}"/>
          </ac:picMkLst>
        </pc:picChg>
        <pc:picChg chg="add mod">
          <ac:chgData name="Bhagwati Prajapat" userId="b839eebba3ffbd89" providerId="LiveId" clId="{B6FF9BFC-A38C-4B68-9788-27B430AE1BE0}" dt="2024-01-02T11:13:10.716" v="2585" actId="1076"/>
          <ac:picMkLst>
            <pc:docMk/>
            <pc:sldMk cId="1329745438" sldId="281"/>
            <ac:picMk id="14" creationId="{F5E1802D-7E4E-9DCA-2C49-56DF7D4D0307}"/>
          </ac:picMkLst>
        </pc:picChg>
      </pc:sldChg>
      <pc:sldChg chg="addSp delSp modSp new mod ord">
        <pc:chgData name="Bhagwati Prajapat" userId="b839eebba3ffbd89" providerId="LiveId" clId="{B6FF9BFC-A38C-4B68-9788-27B430AE1BE0}" dt="2024-01-03T02:48:29.808" v="3851" actId="313"/>
        <pc:sldMkLst>
          <pc:docMk/>
          <pc:sldMk cId="3149268290" sldId="282"/>
        </pc:sldMkLst>
        <pc:spChg chg="del">
          <ac:chgData name="Bhagwati Prajapat" userId="b839eebba3ffbd89" providerId="LiveId" clId="{B6FF9BFC-A38C-4B68-9788-27B430AE1BE0}" dt="2024-01-02T12:51:01.099" v="2718" actId="478"/>
          <ac:spMkLst>
            <pc:docMk/>
            <pc:sldMk cId="3149268290" sldId="282"/>
            <ac:spMk id="2" creationId="{E9D866BD-AB43-4A91-9AF6-F15CA765F349}"/>
          </ac:spMkLst>
        </pc:spChg>
        <pc:spChg chg="mod">
          <ac:chgData name="Bhagwati Prajapat" userId="b839eebba3ffbd89" providerId="LiveId" clId="{B6FF9BFC-A38C-4B68-9788-27B430AE1BE0}" dt="2024-01-03T02:48:29.808" v="3851" actId="313"/>
          <ac:spMkLst>
            <pc:docMk/>
            <pc:sldMk cId="3149268290" sldId="282"/>
            <ac:spMk id="3" creationId="{100DBAD2-71A1-4100-48D4-2CD90B513A18}"/>
          </ac:spMkLst>
        </pc:spChg>
        <pc:spChg chg="add mod">
          <ac:chgData name="Bhagwati Prajapat" userId="b839eebba3ffbd89" providerId="LiveId" clId="{B6FF9BFC-A38C-4B68-9788-27B430AE1BE0}" dt="2024-01-02T12:57:29.680" v="2754" actId="27636"/>
          <ac:spMkLst>
            <pc:docMk/>
            <pc:sldMk cId="3149268290" sldId="282"/>
            <ac:spMk id="6" creationId="{47A2799F-C251-0E2F-29BE-C0B8B4182EC7}"/>
          </ac:spMkLst>
        </pc:spChg>
        <pc:picChg chg="add mod">
          <ac:chgData name="Bhagwati Prajapat" userId="b839eebba3ffbd89" providerId="LiveId" clId="{B6FF9BFC-A38C-4B68-9788-27B430AE1BE0}" dt="2024-01-02T13:21:49.395" v="2861" actId="1076"/>
          <ac:picMkLst>
            <pc:docMk/>
            <pc:sldMk cId="3149268290" sldId="282"/>
            <ac:picMk id="4" creationId="{8EDB6C43-A209-A066-2786-E24534DD702B}"/>
          </ac:picMkLst>
        </pc:picChg>
        <pc:picChg chg="add mod">
          <ac:chgData name="Bhagwati Prajapat" userId="b839eebba3ffbd89" providerId="LiveId" clId="{B6FF9BFC-A38C-4B68-9788-27B430AE1BE0}" dt="2024-01-02T13:22:06.641" v="2864" actId="1076"/>
          <ac:picMkLst>
            <pc:docMk/>
            <pc:sldMk cId="3149268290" sldId="282"/>
            <ac:picMk id="5" creationId="{BE9A8C73-D2D7-4162-63C5-511170FD0360}"/>
          </ac:picMkLst>
        </pc:picChg>
      </pc:sldChg>
      <pc:sldChg chg="addSp delSp modSp new mod">
        <pc:chgData name="Bhagwati Prajapat" userId="b839eebba3ffbd89" providerId="LiveId" clId="{B6FF9BFC-A38C-4B68-9788-27B430AE1BE0}" dt="2024-01-02T14:27:20.065" v="3219" actId="5793"/>
        <pc:sldMkLst>
          <pc:docMk/>
          <pc:sldMk cId="3667285228" sldId="283"/>
        </pc:sldMkLst>
        <pc:spChg chg="del">
          <ac:chgData name="Bhagwati Prajapat" userId="b839eebba3ffbd89" providerId="LiveId" clId="{B6FF9BFC-A38C-4B68-9788-27B430AE1BE0}" dt="2024-01-02T14:06:46.514" v="2994" actId="478"/>
          <ac:spMkLst>
            <pc:docMk/>
            <pc:sldMk cId="3667285228" sldId="283"/>
            <ac:spMk id="2" creationId="{2808FA11-3667-0D8F-0576-48CFFADB1823}"/>
          </ac:spMkLst>
        </pc:spChg>
        <pc:spChg chg="mod">
          <ac:chgData name="Bhagwati Prajapat" userId="b839eebba3ffbd89" providerId="LiveId" clId="{B6FF9BFC-A38C-4B68-9788-27B430AE1BE0}" dt="2024-01-02T14:27:20.065" v="3219" actId="5793"/>
          <ac:spMkLst>
            <pc:docMk/>
            <pc:sldMk cId="3667285228" sldId="283"/>
            <ac:spMk id="3" creationId="{810CFF9B-3B68-6872-4657-59495B9CF626}"/>
          </ac:spMkLst>
        </pc:spChg>
        <pc:spChg chg="add mod">
          <ac:chgData name="Bhagwati Prajapat" userId="b839eebba3ffbd89" providerId="LiveId" clId="{B6FF9BFC-A38C-4B68-9788-27B430AE1BE0}" dt="2024-01-02T14:06:58.870" v="3065" actId="20577"/>
          <ac:spMkLst>
            <pc:docMk/>
            <pc:sldMk cId="3667285228" sldId="283"/>
            <ac:spMk id="6" creationId="{AF2D2634-C239-39E6-09E9-C02C7883290B}"/>
          </ac:spMkLst>
        </pc:spChg>
        <pc:picChg chg="add mod">
          <ac:chgData name="Bhagwati Prajapat" userId="b839eebba3ffbd89" providerId="LiveId" clId="{B6FF9BFC-A38C-4B68-9788-27B430AE1BE0}" dt="2024-01-02T14:12:17.932" v="3181" actId="1076"/>
          <ac:picMkLst>
            <pc:docMk/>
            <pc:sldMk cId="3667285228" sldId="283"/>
            <ac:picMk id="4" creationId="{6DE22E68-F14F-CC2E-DABD-BCB9A18ADA53}"/>
          </ac:picMkLst>
        </pc:picChg>
        <pc:picChg chg="add mod">
          <ac:chgData name="Bhagwati Prajapat" userId="b839eebba3ffbd89" providerId="LiveId" clId="{B6FF9BFC-A38C-4B68-9788-27B430AE1BE0}" dt="2024-01-02T14:12:48.121" v="3187" actId="14100"/>
          <ac:picMkLst>
            <pc:docMk/>
            <pc:sldMk cId="3667285228" sldId="283"/>
            <ac:picMk id="5" creationId="{EDB7156F-CD2C-648E-2D2F-EEAA28771FE3}"/>
          </ac:picMkLst>
        </pc:picChg>
      </pc:sldChg>
      <pc:sldChg chg="addSp delSp modSp new mod">
        <pc:chgData name="Bhagwati Prajapat" userId="b839eebba3ffbd89" providerId="LiveId" clId="{B6FF9BFC-A38C-4B68-9788-27B430AE1BE0}" dt="2024-01-03T02:48:39.213" v="3853" actId="313"/>
        <pc:sldMkLst>
          <pc:docMk/>
          <pc:sldMk cId="1727259226" sldId="284"/>
        </pc:sldMkLst>
        <pc:spChg chg="del">
          <ac:chgData name="Bhagwati Prajapat" userId="b839eebba3ffbd89" providerId="LiveId" clId="{B6FF9BFC-A38C-4B68-9788-27B430AE1BE0}" dt="2024-01-02T14:41:07.274" v="3324" actId="478"/>
          <ac:spMkLst>
            <pc:docMk/>
            <pc:sldMk cId="1727259226" sldId="284"/>
            <ac:spMk id="2" creationId="{6705D325-0C7B-DB07-25E2-708E7854A253}"/>
          </ac:spMkLst>
        </pc:spChg>
        <pc:spChg chg="mod">
          <ac:chgData name="Bhagwati Prajapat" userId="b839eebba3ffbd89" providerId="LiveId" clId="{B6FF9BFC-A38C-4B68-9788-27B430AE1BE0}" dt="2024-01-03T02:48:39.213" v="3853" actId="313"/>
          <ac:spMkLst>
            <pc:docMk/>
            <pc:sldMk cId="1727259226" sldId="284"/>
            <ac:spMk id="3" creationId="{6A1557EE-2E89-30FF-2428-74968DCD9E1E}"/>
          </ac:spMkLst>
        </pc:spChg>
        <pc:spChg chg="add mod">
          <ac:chgData name="Bhagwati Prajapat" userId="b839eebba3ffbd89" providerId="LiveId" clId="{B6FF9BFC-A38C-4B68-9788-27B430AE1BE0}" dt="2024-01-02T14:41:39.746" v="3330" actId="1076"/>
          <ac:spMkLst>
            <pc:docMk/>
            <pc:sldMk cId="1727259226" sldId="284"/>
            <ac:spMk id="6" creationId="{755335FA-ED30-59AB-9E7C-AF9239F65A34}"/>
          </ac:spMkLst>
        </pc:spChg>
        <pc:picChg chg="add mod">
          <ac:chgData name="Bhagwati Prajapat" userId="b839eebba3ffbd89" providerId="LiveId" clId="{B6FF9BFC-A38C-4B68-9788-27B430AE1BE0}" dt="2024-01-02T18:23:16.556" v="3388" actId="1076"/>
          <ac:picMkLst>
            <pc:docMk/>
            <pc:sldMk cId="1727259226" sldId="284"/>
            <ac:picMk id="4" creationId="{D835E2AD-F403-CAD8-DAE7-3722431818F2}"/>
          </ac:picMkLst>
        </pc:picChg>
        <pc:picChg chg="add mod">
          <ac:chgData name="Bhagwati Prajapat" userId="b839eebba3ffbd89" providerId="LiveId" clId="{B6FF9BFC-A38C-4B68-9788-27B430AE1BE0}" dt="2024-01-02T18:23:12.274" v="3387" actId="1076"/>
          <ac:picMkLst>
            <pc:docMk/>
            <pc:sldMk cId="1727259226" sldId="284"/>
            <ac:picMk id="5" creationId="{30AF69B4-0D40-0126-05AE-A51968D771F7}"/>
          </ac:picMkLst>
        </pc:picChg>
      </pc:sldChg>
      <pc:sldChg chg="modSp new mod">
        <pc:chgData name="Bhagwati Prajapat" userId="b839eebba3ffbd89" providerId="LiveId" clId="{B6FF9BFC-A38C-4B68-9788-27B430AE1BE0}" dt="2024-01-02T20:01:49.823" v="3746" actId="27636"/>
        <pc:sldMkLst>
          <pc:docMk/>
          <pc:sldMk cId="3377248014" sldId="285"/>
        </pc:sldMkLst>
        <pc:spChg chg="mod">
          <ac:chgData name="Bhagwati Prajapat" userId="b839eebba3ffbd89" providerId="LiveId" clId="{B6FF9BFC-A38C-4B68-9788-27B430AE1BE0}" dt="2024-01-02T19:22:14.337" v="3566" actId="20577"/>
          <ac:spMkLst>
            <pc:docMk/>
            <pc:sldMk cId="3377248014" sldId="285"/>
            <ac:spMk id="2" creationId="{B385742A-556A-272E-4B25-D964560FC2E5}"/>
          </ac:spMkLst>
        </pc:spChg>
        <pc:spChg chg="mod">
          <ac:chgData name="Bhagwati Prajapat" userId="b839eebba3ffbd89" providerId="LiveId" clId="{B6FF9BFC-A38C-4B68-9788-27B430AE1BE0}" dt="2024-01-02T20:01:49.823" v="3746" actId="27636"/>
          <ac:spMkLst>
            <pc:docMk/>
            <pc:sldMk cId="3377248014" sldId="285"/>
            <ac:spMk id="3" creationId="{12FE0E69-04C6-5A12-7C94-21339A63329D}"/>
          </ac:spMkLst>
        </pc:spChg>
      </pc:sldChg>
      <pc:sldChg chg="addSp delSp modSp new mod">
        <pc:chgData name="Bhagwati Prajapat" userId="b839eebba3ffbd89" providerId="LiveId" clId="{B6FF9BFC-A38C-4B68-9788-27B430AE1BE0}" dt="2024-01-02T19:54:41.921" v="3627" actId="113"/>
        <pc:sldMkLst>
          <pc:docMk/>
          <pc:sldMk cId="1000266521" sldId="286"/>
        </pc:sldMkLst>
        <pc:spChg chg="mod">
          <ac:chgData name="Bhagwati Prajapat" userId="b839eebba3ffbd89" providerId="LiveId" clId="{B6FF9BFC-A38C-4B68-9788-27B430AE1BE0}" dt="2024-01-02T19:54:41.921" v="3627" actId="113"/>
          <ac:spMkLst>
            <pc:docMk/>
            <pc:sldMk cId="1000266521" sldId="286"/>
            <ac:spMk id="2" creationId="{81AB2AB2-E00C-790D-F4BD-97493461F2B5}"/>
          </ac:spMkLst>
        </pc:spChg>
        <pc:spChg chg="add del mod">
          <ac:chgData name="Bhagwati Prajapat" userId="b839eebba3ffbd89" providerId="LiveId" clId="{B6FF9BFC-A38C-4B68-9788-27B430AE1BE0}" dt="2024-01-02T19:54:25.884" v="3625" actId="2711"/>
          <ac:spMkLst>
            <pc:docMk/>
            <pc:sldMk cId="1000266521" sldId="286"/>
            <ac:spMk id="3" creationId="{510A71B3-D169-B906-AF7F-6F8E2B59C92B}"/>
          </ac:spMkLst>
        </pc:spChg>
        <pc:spChg chg="add del">
          <ac:chgData name="Bhagwati Prajapat" userId="b839eebba3ffbd89" providerId="LiveId" clId="{B6FF9BFC-A38C-4B68-9788-27B430AE1BE0}" dt="2024-01-02T19:52:00.066" v="3591"/>
          <ac:spMkLst>
            <pc:docMk/>
            <pc:sldMk cId="1000266521" sldId="286"/>
            <ac:spMk id="4" creationId="{0BCDCFF2-7FE7-55C2-2C17-3319077933FB}"/>
          </ac:spMkLst>
        </pc:spChg>
        <pc:spChg chg="add del">
          <ac:chgData name="Bhagwati Prajapat" userId="b839eebba3ffbd89" providerId="LiveId" clId="{B6FF9BFC-A38C-4B68-9788-27B430AE1BE0}" dt="2024-01-02T19:52:00.066" v="3591"/>
          <ac:spMkLst>
            <pc:docMk/>
            <pc:sldMk cId="1000266521" sldId="286"/>
            <ac:spMk id="5" creationId="{367B276E-6B1A-8F95-0837-699659E3379F}"/>
          </ac:spMkLst>
        </pc:spChg>
        <pc:spChg chg="add del">
          <ac:chgData name="Bhagwati Prajapat" userId="b839eebba3ffbd89" providerId="LiveId" clId="{B6FF9BFC-A38C-4B68-9788-27B430AE1BE0}" dt="2024-01-02T19:52:09.324" v="3595"/>
          <ac:spMkLst>
            <pc:docMk/>
            <pc:sldMk cId="1000266521" sldId="286"/>
            <ac:spMk id="6" creationId="{17597B0B-E5FE-B54D-915A-B52475589CC9}"/>
          </ac:spMkLst>
        </pc:spChg>
        <pc:spChg chg="add del">
          <ac:chgData name="Bhagwati Prajapat" userId="b839eebba3ffbd89" providerId="LiveId" clId="{B6FF9BFC-A38C-4B68-9788-27B430AE1BE0}" dt="2024-01-02T19:52:09.324" v="3595"/>
          <ac:spMkLst>
            <pc:docMk/>
            <pc:sldMk cId="1000266521" sldId="286"/>
            <ac:spMk id="7" creationId="{B2668E6A-2A79-3EC3-CDE7-1A05E6433DFE}"/>
          </ac:spMkLst>
        </pc:spChg>
      </pc:sldChg>
      <pc:sldChg chg="addSp delSp modSp new mod">
        <pc:chgData name="Bhagwati Prajapat" userId="b839eebba3ffbd89" providerId="LiveId" clId="{B6FF9BFC-A38C-4B68-9788-27B430AE1BE0}" dt="2024-01-02T19:59:14.712" v="3743" actId="115"/>
        <pc:sldMkLst>
          <pc:docMk/>
          <pc:sldMk cId="4039919120" sldId="287"/>
        </pc:sldMkLst>
        <pc:spChg chg="mod">
          <ac:chgData name="Bhagwati Prajapat" userId="b839eebba3ffbd89" providerId="LiveId" clId="{B6FF9BFC-A38C-4B68-9788-27B430AE1BE0}" dt="2024-01-02T19:58:33.224" v="3720" actId="20577"/>
          <ac:spMkLst>
            <pc:docMk/>
            <pc:sldMk cId="4039919120" sldId="287"/>
            <ac:spMk id="2" creationId="{D61A73FE-7254-1A65-999B-4BAA8A089BEA}"/>
          </ac:spMkLst>
        </pc:spChg>
        <pc:spChg chg="del">
          <ac:chgData name="Bhagwati Prajapat" userId="b839eebba3ffbd89" providerId="LiveId" clId="{B6FF9BFC-A38C-4B68-9788-27B430AE1BE0}" dt="2024-01-02T19:55:51.600" v="3666" actId="478"/>
          <ac:spMkLst>
            <pc:docMk/>
            <pc:sldMk cId="4039919120" sldId="287"/>
            <ac:spMk id="3" creationId="{72F07DE6-6B23-1548-87E3-13BD3193F5F4}"/>
          </ac:spMkLst>
        </pc:spChg>
        <pc:spChg chg="add mod">
          <ac:chgData name="Bhagwati Prajapat" userId="b839eebba3ffbd89" providerId="LiveId" clId="{B6FF9BFC-A38C-4B68-9788-27B430AE1BE0}" dt="2024-01-02T19:59:14.712" v="3743" actId="115"/>
          <ac:spMkLst>
            <pc:docMk/>
            <pc:sldMk cId="4039919120" sldId="287"/>
            <ac:spMk id="6" creationId="{BD786F5C-F88B-D4E2-5543-2763F428220C}"/>
          </ac:spMkLst>
        </pc:spChg>
        <pc:inkChg chg="add del">
          <ac:chgData name="Bhagwati Prajapat" userId="b839eebba3ffbd89" providerId="LiveId" clId="{B6FF9BFC-A38C-4B68-9788-27B430AE1BE0}" dt="2024-01-02T19:56:26.871" v="3670" actId="9405"/>
          <ac:inkMkLst>
            <pc:docMk/>
            <pc:sldMk cId="4039919120" sldId="287"/>
            <ac:inkMk id="4" creationId="{8FCF5348-C53C-EDED-5794-DA11207AF2ED}"/>
          </ac:inkMkLst>
        </pc:inkChg>
        <pc:inkChg chg="add del">
          <ac:chgData name="Bhagwati Prajapat" userId="b839eebba3ffbd89" providerId="LiveId" clId="{B6FF9BFC-A38C-4B68-9788-27B430AE1BE0}" dt="2024-01-02T19:56:32.500" v="3672" actId="9405"/>
          <ac:inkMkLst>
            <pc:docMk/>
            <pc:sldMk cId="4039919120" sldId="287"/>
            <ac:inkMk id="5" creationId="{1F028094-603A-BFB7-FD4F-0CA4ECAE380A}"/>
          </ac:inkMkLst>
        </pc:inkChg>
      </pc:sldChg>
      <pc:sldChg chg="addSp delSp modSp new mod">
        <pc:chgData name="Bhagwati Prajapat" userId="b839eebba3ffbd89" providerId="LiveId" clId="{B6FF9BFC-A38C-4B68-9788-27B430AE1BE0}" dt="2024-01-03T03:25:23.440" v="4139" actId="115"/>
        <pc:sldMkLst>
          <pc:docMk/>
          <pc:sldMk cId="3548862494" sldId="288"/>
        </pc:sldMkLst>
        <pc:spChg chg="del">
          <ac:chgData name="Bhagwati Prajapat" userId="b839eebba3ffbd89" providerId="LiveId" clId="{B6FF9BFC-A38C-4B68-9788-27B430AE1BE0}" dt="2024-01-03T03:23:01.469" v="4080" actId="478"/>
          <ac:spMkLst>
            <pc:docMk/>
            <pc:sldMk cId="3548862494" sldId="288"/>
            <ac:spMk id="2" creationId="{48D7965D-7031-D802-762F-775719799750}"/>
          </ac:spMkLst>
        </pc:spChg>
        <pc:spChg chg="del">
          <ac:chgData name="Bhagwati Prajapat" userId="b839eebba3ffbd89" providerId="LiveId" clId="{B6FF9BFC-A38C-4B68-9788-27B430AE1BE0}" dt="2024-01-03T03:23:01.469" v="4080" actId="478"/>
          <ac:spMkLst>
            <pc:docMk/>
            <pc:sldMk cId="3548862494" sldId="288"/>
            <ac:spMk id="3" creationId="{E3C24568-C1F0-4DE1-8421-A656A2CC99D7}"/>
          </ac:spMkLst>
        </pc:spChg>
        <pc:spChg chg="add mod">
          <ac:chgData name="Bhagwati Prajapat" userId="b839eebba3ffbd89" providerId="LiveId" clId="{B6FF9BFC-A38C-4B68-9788-27B430AE1BE0}" dt="2024-01-03T03:23:02.609" v="4081"/>
          <ac:spMkLst>
            <pc:docMk/>
            <pc:sldMk cId="3548862494" sldId="288"/>
            <ac:spMk id="4" creationId="{D90D5754-7697-2E24-1B9A-DABB0072C5F1}"/>
          </ac:spMkLst>
        </pc:spChg>
        <pc:spChg chg="add mod">
          <ac:chgData name="Bhagwati Prajapat" userId="b839eebba3ffbd89" providerId="LiveId" clId="{B6FF9BFC-A38C-4B68-9788-27B430AE1BE0}" dt="2024-01-03T03:25:23.440" v="4139" actId="115"/>
          <ac:spMkLst>
            <pc:docMk/>
            <pc:sldMk cId="3548862494" sldId="288"/>
            <ac:spMk id="5" creationId="{2AA7BEC3-9A01-1DE1-AFCA-5AAB3EF74DB4}"/>
          </ac:spMkLst>
        </pc:spChg>
      </pc:sldChg>
      <pc:sldChg chg="addSp delSp modSp new mod">
        <pc:chgData name="Bhagwati Prajapat" userId="b839eebba3ffbd89" providerId="LiveId" clId="{B6FF9BFC-A38C-4B68-9788-27B430AE1BE0}" dt="2024-01-03T03:33:53.755" v="4156" actId="14100"/>
        <pc:sldMkLst>
          <pc:docMk/>
          <pc:sldMk cId="2496564869" sldId="289"/>
        </pc:sldMkLst>
        <pc:spChg chg="del">
          <ac:chgData name="Bhagwati Prajapat" userId="b839eebba3ffbd89" providerId="LiveId" clId="{B6FF9BFC-A38C-4B68-9788-27B430AE1BE0}" dt="2024-01-03T03:33:06.604" v="4149" actId="478"/>
          <ac:spMkLst>
            <pc:docMk/>
            <pc:sldMk cId="2496564869" sldId="289"/>
            <ac:spMk id="2" creationId="{68107282-3887-1102-B85B-6EC3173AC6E2}"/>
          </ac:spMkLst>
        </pc:spChg>
        <pc:spChg chg="del">
          <ac:chgData name="Bhagwati Prajapat" userId="b839eebba3ffbd89" providerId="LiveId" clId="{B6FF9BFC-A38C-4B68-9788-27B430AE1BE0}" dt="2024-01-03T03:33:06.604" v="4149" actId="478"/>
          <ac:spMkLst>
            <pc:docMk/>
            <pc:sldMk cId="2496564869" sldId="289"/>
            <ac:spMk id="3" creationId="{43D97D9E-8643-A351-B49A-51C4E2978D39}"/>
          </ac:spMkLst>
        </pc:spChg>
        <pc:picChg chg="add mod">
          <ac:chgData name="Bhagwati Prajapat" userId="b839eebba3ffbd89" providerId="LiveId" clId="{B6FF9BFC-A38C-4B68-9788-27B430AE1BE0}" dt="2024-01-03T03:33:53.755" v="4156" actId="14100"/>
          <ac:picMkLst>
            <pc:docMk/>
            <pc:sldMk cId="2496564869" sldId="289"/>
            <ac:picMk id="5" creationId="{3B17E1C7-C4EC-0ED7-1CF0-007E518E647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B54AF6-246A-409F-A9F4-735E937ACBD8}" type="datetimeFigureOut">
              <a:rPr lang="en-IN" smtClean="0"/>
              <a:t>16-02-2026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E2CA14-EE81-4D35-A34B-266DECBB8562}" type="slidenum">
              <a:rPr lang="en-IN" smtClean="0"/>
              <a:t>‹#›</a:t>
            </a:fld>
            <a:endParaRPr lang="en-IN"/>
          </a:p>
        </p:txBody>
      </p:sp>
    </p:spTree>
    <p:extLst>
      <p:ext uri="{BB962C8B-B14F-4D97-AF65-F5344CB8AC3E}">
        <p14:creationId xmlns:p14="http://schemas.microsoft.com/office/powerpoint/2010/main" val="3359795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3de234ac0a_0_274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5" name="Google Shape;905;g13de234ac0a_0_274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06698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D3F2A9C-1467-42FB-9CF7-62B5B7D195FE}" type="datetimeFigureOut">
              <a:rPr lang="en-IN" smtClean="0"/>
              <a:t>16-02-2026</a:t>
            </a:fld>
            <a:endParaRPr lang="en-IN" dirty="0"/>
          </a:p>
        </p:txBody>
      </p:sp>
      <p:sp>
        <p:nvSpPr>
          <p:cNvPr id="5" name="Footer Placeholder 4"/>
          <p:cNvSpPr>
            <a:spLocks noGrp="1"/>
          </p:cNvSpPr>
          <p:nvPr>
            <p:ph type="ftr" sz="quarter" idx="11"/>
          </p:nvPr>
        </p:nvSpPr>
        <p:spPr>
          <a:xfrm>
            <a:off x="2416500" y="329307"/>
            <a:ext cx="4973915" cy="309201"/>
          </a:xfrm>
        </p:spPr>
        <p:txBody>
          <a:bodyPr/>
          <a:lstStyle/>
          <a:p>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D71C6809-BB21-4BBD-B550-A6FC07B4F8DB}" type="slidenum">
              <a:rPr lang="en-IN" smtClean="0"/>
              <a:t>‹#›</a:t>
            </a:fld>
            <a:endParaRPr lang="en-IN"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764267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3F2A9C-1467-42FB-9CF7-62B5B7D195FE}" type="datetimeFigureOut">
              <a:rPr lang="en-IN" smtClean="0"/>
              <a:t>16-02-2026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71C6809-BB21-4BBD-B550-A6FC07B4F8DB}" type="slidenum">
              <a:rPr lang="en-IN" smtClean="0"/>
              <a:t>‹#›</a:t>
            </a:fld>
            <a:endParaRPr lang="en-IN"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67641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3F2A9C-1467-42FB-9CF7-62B5B7D195FE}" type="datetimeFigureOut">
              <a:rPr lang="en-IN" smtClean="0"/>
              <a:t>16-02-2026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71C6809-BB21-4BBD-B550-A6FC07B4F8DB}" type="slidenum">
              <a:rPr lang="en-IN" smtClean="0"/>
              <a:t>‹#›</a:t>
            </a:fld>
            <a:endParaRPr lang="en-IN"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586706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3F2A9C-1467-42FB-9CF7-62B5B7D195FE}" type="datetimeFigureOut">
              <a:rPr lang="en-IN" smtClean="0"/>
              <a:t>16-02-2026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D71C6809-BB21-4BBD-B550-A6FC07B4F8DB}" type="slidenum">
              <a:rPr lang="en-IN" smtClean="0"/>
              <a:t>‹#›</a:t>
            </a:fld>
            <a:endParaRPr lang="en-IN"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5389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D3F2A9C-1467-42FB-9CF7-62B5B7D195FE}" type="datetimeFigureOut">
              <a:rPr lang="en-IN" smtClean="0"/>
              <a:t>16-02-2026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D71C6809-BB21-4BBD-B550-A6FC07B4F8DB}" type="slidenum">
              <a:rPr lang="en-IN" smtClean="0"/>
              <a:t>‹#›</a:t>
            </a:fld>
            <a:endParaRPr lang="en-IN"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7101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D3F2A9C-1467-42FB-9CF7-62B5B7D195FE}" type="datetimeFigureOut">
              <a:rPr lang="en-IN" smtClean="0"/>
              <a:t>16-02-2026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D71C6809-BB21-4BBD-B550-A6FC07B4F8DB}" type="slidenum">
              <a:rPr lang="en-IN" smtClean="0"/>
              <a:t>‹#›</a:t>
            </a:fld>
            <a:endParaRPr lang="en-IN"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20275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3F2A9C-1467-42FB-9CF7-62B5B7D195FE}" type="datetimeFigureOut">
              <a:rPr lang="en-IN" smtClean="0"/>
              <a:t>16-02-2026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D71C6809-BB21-4BBD-B550-A6FC07B4F8DB}" type="slidenum">
              <a:rPr lang="en-IN" smtClean="0"/>
              <a:t>‹#›</a:t>
            </a:fld>
            <a:endParaRPr lang="en-IN" dirty="0"/>
          </a:p>
        </p:txBody>
      </p:sp>
    </p:spTree>
    <p:extLst>
      <p:ext uri="{BB962C8B-B14F-4D97-AF65-F5344CB8AC3E}">
        <p14:creationId xmlns:p14="http://schemas.microsoft.com/office/powerpoint/2010/main" val="547898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D3F2A9C-1467-42FB-9CF7-62B5B7D195FE}" type="datetimeFigureOut">
              <a:rPr lang="en-IN" smtClean="0"/>
              <a:t>16-02-2026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D71C6809-BB21-4BBD-B550-A6FC07B4F8DB}" type="slidenum">
              <a:rPr lang="en-IN" smtClean="0"/>
              <a:t>‹#›</a:t>
            </a:fld>
            <a:endParaRPr lang="en-IN"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34163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DD3F2A9C-1467-42FB-9CF7-62B5B7D195FE}" type="datetimeFigureOut">
              <a:rPr lang="en-IN" smtClean="0"/>
              <a:t>16-02-2026</a:t>
            </a:fld>
            <a:endParaRPr lang="en-IN" dirty="0"/>
          </a:p>
        </p:txBody>
      </p:sp>
      <p:sp>
        <p:nvSpPr>
          <p:cNvPr id="6" name="Footer Placeholder 5"/>
          <p:cNvSpPr>
            <a:spLocks noGrp="1"/>
          </p:cNvSpPr>
          <p:nvPr>
            <p:ph type="ftr" sz="quarter" idx="11"/>
          </p:nvPr>
        </p:nvSpPr>
        <p:spPr>
          <a:xfrm>
            <a:off x="1447382" y="318640"/>
            <a:ext cx="5541004" cy="320931"/>
          </a:xfrm>
        </p:spPr>
        <p:txBody>
          <a:bodyPr/>
          <a:lstStyle/>
          <a:p>
            <a:endParaRPr lang="en-IN" dirty="0"/>
          </a:p>
        </p:txBody>
      </p:sp>
      <p:sp>
        <p:nvSpPr>
          <p:cNvPr id="7" name="Slide Number Placeholder 6"/>
          <p:cNvSpPr>
            <a:spLocks noGrp="1"/>
          </p:cNvSpPr>
          <p:nvPr>
            <p:ph type="sldNum" sz="quarter" idx="12"/>
          </p:nvPr>
        </p:nvSpPr>
        <p:spPr/>
        <p:txBody>
          <a:bodyPr/>
          <a:lstStyle/>
          <a:p>
            <a:fld id="{D71C6809-BB21-4BBD-B550-A6FC07B4F8DB}" type="slidenum">
              <a:rPr lang="en-IN" smtClean="0"/>
              <a:t>‹#›</a:t>
            </a:fld>
            <a:endParaRPr lang="en-IN"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31442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3F2A9C-1467-42FB-9CF7-62B5B7D195FE}" type="datetimeFigureOut">
              <a:rPr lang="en-IN" smtClean="0"/>
              <a:t>16-02-2026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71C6809-BB21-4BBD-B550-A6FC07B4F8DB}" type="slidenum">
              <a:rPr lang="en-IN" smtClean="0"/>
              <a:t>‹#›</a:t>
            </a:fld>
            <a:endParaRPr lang="en-IN"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3854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3F2A9C-1467-42FB-9CF7-62B5B7D195FE}" type="datetimeFigureOut">
              <a:rPr lang="en-IN" smtClean="0"/>
              <a:t>16-02-2026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71C6809-BB21-4BBD-B550-A6FC07B4F8DB}" type="slidenum">
              <a:rPr lang="en-IN" smtClean="0"/>
              <a:t>‹#›</a:t>
            </a:fld>
            <a:endParaRPr lang="en-IN"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037588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7"/>
        <p:cNvGrpSpPr/>
        <p:nvPr/>
      </p:nvGrpSpPr>
      <p:grpSpPr>
        <a:xfrm>
          <a:off x="0" y="0"/>
          <a:ext cx="0" cy="0"/>
          <a:chOff x="0" y="0"/>
          <a:chExt cx="0" cy="0"/>
        </a:xfrm>
      </p:grpSpPr>
      <p:pic>
        <p:nvPicPr>
          <p:cNvPr id="18" name="Google Shape;18;p4"/>
          <p:cNvPicPr preferRelativeResize="0"/>
          <p:nvPr/>
        </p:nvPicPr>
        <p:blipFill rotWithShape="1">
          <a:blip r:embed="rId2">
            <a:alphaModFix amt="30000"/>
          </a:blip>
          <a:srcRect l="4276" t="6104" r="4148" b="6314"/>
          <a:stretch/>
        </p:blipFill>
        <p:spPr>
          <a:xfrm>
            <a:off x="1" y="1"/>
            <a:ext cx="12192004" cy="6857999"/>
          </a:xfrm>
          <a:prstGeom prst="rect">
            <a:avLst/>
          </a:prstGeom>
          <a:noFill/>
          <a:ln>
            <a:noFill/>
          </a:ln>
        </p:spPr>
      </p:pic>
      <p:sp>
        <p:nvSpPr>
          <p:cNvPr id="19" name="Google Shape;19;p4"/>
          <p:cNvSpPr txBox="1">
            <a:spLocks noGrp="1"/>
          </p:cNvSpPr>
          <p:nvPr>
            <p:ph type="ctrTitle"/>
          </p:nvPr>
        </p:nvSpPr>
        <p:spPr>
          <a:xfrm>
            <a:off x="3440500" y="409432"/>
            <a:ext cx="5311200" cy="1637600"/>
          </a:xfrm>
          <a:prstGeom prst="rect">
            <a:avLst/>
          </a:prstGeom>
        </p:spPr>
        <p:txBody>
          <a:bodyPr spcFirstLastPara="1" wrap="square" lIns="91425" tIns="91425" rIns="91425" bIns="91425" anchor="t" anchorCtr="0">
            <a:noAutofit/>
          </a:bodyPr>
          <a:lstStyle>
            <a:lvl1pPr lvl="0" rtl="0">
              <a:lnSpc>
                <a:spcPct val="85000"/>
              </a:lnSpc>
              <a:spcBef>
                <a:spcPts val="0"/>
              </a:spcBef>
              <a:spcAft>
                <a:spcPts val="0"/>
              </a:spcAft>
              <a:buSzPts val="4800"/>
              <a:buNone/>
              <a:defRPr sz="8666" b="0">
                <a:latin typeface="Federo"/>
                <a:ea typeface="Federo"/>
                <a:cs typeface="Federo"/>
                <a:sym typeface="Federo"/>
              </a:defRPr>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
        <p:nvSpPr>
          <p:cNvPr id="20" name="Google Shape;20;p4"/>
          <p:cNvSpPr txBox="1">
            <a:spLocks noGrp="1"/>
          </p:cNvSpPr>
          <p:nvPr>
            <p:ph type="body" idx="1"/>
          </p:nvPr>
        </p:nvSpPr>
        <p:spPr>
          <a:xfrm>
            <a:off x="950800" y="2428133"/>
            <a:ext cx="7700400" cy="3472800"/>
          </a:xfrm>
          <a:prstGeom prst="rect">
            <a:avLst/>
          </a:prstGeom>
        </p:spPr>
        <p:txBody>
          <a:bodyPr spcFirstLastPara="1" wrap="square" lIns="91425" tIns="91425" rIns="91425" bIns="91425" anchor="ctr" anchorCtr="0">
            <a:noAutofit/>
          </a:bodyPr>
          <a:lstStyle>
            <a:lvl1pPr marL="609585" lvl="0" indent="-423323" rtl="0">
              <a:lnSpc>
                <a:spcPct val="100000"/>
              </a:lnSpc>
              <a:spcBef>
                <a:spcPts val="0"/>
              </a:spcBef>
              <a:spcAft>
                <a:spcPts val="0"/>
              </a:spcAft>
              <a:buClr>
                <a:srgbClr val="434343"/>
              </a:buClr>
              <a:buSzPts val="1400"/>
              <a:buFont typeface="Anaheim"/>
              <a:buChar char="●"/>
              <a:defRPr sz="1600"/>
            </a:lvl1pPr>
            <a:lvl2pPr marL="1219170" lvl="1" indent="-423323" rtl="0">
              <a:lnSpc>
                <a:spcPct val="100000"/>
              </a:lnSpc>
              <a:spcBef>
                <a:spcPts val="1333"/>
              </a:spcBef>
              <a:spcAft>
                <a:spcPts val="0"/>
              </a:spcAft>
              <a:buClr>
                <a:srgbClr val="434343"/>
              </a:buClr>
              <a:buSzPts val="1400"/>
              <a:buFont typeface="Anaheim"/>
              <a:buChar char="○"/>
              <a:defRPr/>
            </a:lvl2pPr>
            <a:lvl3pPr marL="1828754" lvl="2" indent="-423323" rtl="0">
              <a:lnSpc>
                <a:spcPct val="100000"/>
              </a:lnSpc>
              <a:spcBef>
                <a:spcPts val="0"/>
              </a:spcBef>
              <a:spcAft>
                <a:spcPts val="0"/>
              </a:spcAft>
              <a:buClr>
                <a:srgbClr val="434343"/>
              </a:buClr>
              <a:buSzPts val="1400"/>
              <a:buFont typeface="Anaheim"/>
              <a:buChar char="■"/>
              <a:defRPr/>
            </a:lvl3pPr>
            <a:lvl4pPr marL="2438339" lvl="3" indent="-423323" rtl="0">
              <a:lnSpc>
                <a:spcPct val="100000"/>
              </a:lnSpc>
              <a:spcBef>
                <a:spcPts val="0"/>
              </a:spcBef>
              <a:spcAft>
                <a:spcPts val="0"/>
              </a:spcAft>
              <a:buClr>
                <a:srgbClr val="434343"/>
              </a:buClr>
              <a:buSzPts val="1400"/>
              <a:buFont typeface="Anaheim"/>
              <a:buChar char="●"/>
              <a:defRPr/>
            </a:lvl4pPr>
            <a:lvl5pPr marL="3047924" lvl="4" indent="-423323" rtl="0">
              <a:lnSpc>
                <a:spcPct val="100000"/>
              </a:lnSpc>
              <a:spcBef>
                <a:spcPts val="0"/>
              </a:spcBef>
              <a:spcAft>
                <a:spcPts val="0"/>
              </a:spcAft>
              <a:buClr>
                <a:srgbClr val="434343"/>
              </a:buClr>
              <a:buSzPts val="1400"/>
              <a:buFont typeface="Anaheim"/>
              <a:buChar char="○"/>
              <a:defRPr/>
            </a:lvl5pPr>
            <a:lvl6pPr marL="3657509" lvl="5" indent="-423323" rtl="0">
              <a:lnSpc>
                <a:spcPct val="100000"/>
              </a:lnSpc>
              <a:spcBef>
                <a:spcPts val="0"/>
              </a:spcBef>
              <a:spcAft>
                <a:spcPts val="0"/>
              </a:spcAft>
              <a:buClr>
                <a:srgbClr val="434343"/>
              </a:buClr>
              <a:buSzPts val="1400"/>
              <a:buFont typeface="Anaheim"/>
              <a:buChar char="■"/>
              <a:defRPr/>
            </a:lvl6pPr>
            <a:lvl7pPr marL="4267093" lvl="6" indent="-423323" rtl="0">
              <a:lnSpc>
                <a:spcPct val="100000"/>
              </a:lnSpc>
              <a:spcBef>
                <a:spcPts val="0"/>
              </a:spcBef>
              <a:spcAft>
                <a:spcPts val="0"/>
              </a:spcAft>
              <a:buClr>
                <a:srgbClr val="434343"/>
              </a:buClr>
              <a:buSzPts val="1400"/>
              <a:buFont typeface="Anaheim"/>
              <a:buChar char="●"/>
              <a:defRPr/>
            </a:lvl7pPr>
            <a:lvl8pPr marL="4876678" lvl="7" indent="-423323" rtl="0">
              <a:lnSpc>
                <a:spcPct val="100000"/>
              </a:lnSpc>
              <a:spcBef>
                <a:spcPts val="0"/>
              </a:spcBef>
              <a:spcAft>
                <a:spcPts val="0"/>
              </a:spcAft>
              <a:buClr>
                <a:srgbClr val="434343"/>
              </a:buClr>
              <a:buSzPts val="1400"/>
              <a:buFont typeface="Anaheim"/>
              <a:buChar char="○"/>
              <a:defRPr/>
            </a:lvl8pPr>
            <a:lvl9pPr marL="5486263" lvl="8" indent="-423323" rtl="0">
              <a:lnSpc>
                <a:spcPct val="100000"/>
              </a:lnSpc>
              <a:spcBef>
                <a:spcPts val="0"/>
              </a:spcBef>
              <a:spcAft>
                <a:spcPts val="0"/>
              </a:spcAft>
              <a:buClr>
                <a:srgbClr val="434343"/>
              </a:buClr>
              <a:buSzPts val="1400"/>
              <a:buFont typeface="Anaheim"/>
              <a:buChar char="■"/>
              <a:defRPr/>
            </a:lvl9pPr>
          </a:lstStyle>
          <a:p>
            <a:endParaRPr/>
          </a:p>
        </p:txBody>
      </p:sp>
    </p:spTree>
    <p:extLst>
      <p:ext uri="{BB962C8B-B14F-4D97-AF65-F5344CB8AC3E}">
        <p14:creationId xmlns:p14="http://schemas.microsoft.com/office/powerpoint/2010/main" val="4153113377"/>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DD3F2A9C-1467-42FB-9CF7-62B5B7D195FE}" type="datetimeFigureOut">
              <a:rPr lang="en-IN" smtClean="0"/>
              <a:t>16-02-2026</a:t>
            </a:fld>
            <a:endParaRPr lang="en-IN"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D71C6809-BB21-4BBD-B550-A6FC07B4F8DB}" type="slidenum">
              <a:rPr lang="en-IN" smtClean="0"/>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1047283"/>
      </p:ext>
    </p:extLst>
  </p:cSld>
  <p:clrMap bg1="lt1" tx1="dk1" bg2="lt2" tx2="dk2" accent1="accent1" accent2="accent2" accent3="accent3" accent4="accent4" accent5="accent5" accent6="accent6" hlink="hlink" folHlink="folHlink"/>
  <p:sldLayoutIdLst>
    <p:sldLayoutId id="2147483826" r:id="rId1"/>
    <p:sldLayoutId id="2147483827" r:id="rId2"/>
    <p:sldLayoutId id="2147483828" r:id="rId3"/>
    <p:sldLayoutId id="2147483829" r:id="rId4"/>
    <p:sldLayoutId id="2147483830" r:id="rId5"/>
    <p:sldLayoutId id="2147483831" r:id="rId6"/>
    <p:sldLayoutId id="2147483832" r:id="rId7"/>
    <p:sldLayoutId id="2147483833" r:id="rId8"/>
    <p:sldLayoutId id="2147483834" r:id="rId9"/>
    <p:sldLayoutId id="2147483835" r:id="rId10"/>
    <p:sldLayoutId id="2147483836" r:id="rId11"/>
    <p:sldLayoutId id="2147483837" r:id="rId12"/>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C84EFC0-7466-9406-30B3-4DF8E071C604}"/>
              </a:ext>
            </a:extLst>
          </p:cNvPr>
          <p:cNvSpPr>
            <a:spLocks noGrp="1"/>
          </p:cNvSpPr>
          <p:nvPr>
            <p:ph type="ctrTitle"/>
          </p:nvPr>
        </p:nvSpPr>
        <p:spPr/>
        <p:txBody>
          <a:bodyPr/>
          <a:lstStyle/>
          <a:p>
            <a:endParaRPr lang="en-IN" dirty="0"/>
          </a:p>
        </p:txBody>
      </p:sp>
      <p:sp>
        <p:nvSpPr>
          <p:cNvPr id="10" name="Subtitle 9">
            <a:extLst>
              <a:ext uri="{FF2B5EF4-FFF2-40B4-BE49-F238E27FC236}">
                <a16:creationId xmlns:a16="http://schemas.microsoft.com/office/drawing/2014/main" id="{5619EF9E-B0E6-E354-4ADD-448FF5E52A1C}"/>
              </a:ext>
            </a:extLst>
          </p:cNvPr>
          <p:cNvSpPr>
            <a:spLocks noGrp="1"/>
          </p:cNvSpPr>
          <p:nvPr>
            <p:ph type="subTitle" idx="1"/>
          </p:nvPr>
        </p:nvSpPr>
        <p:spPr/>
        <p:txBody>
          <a:bodyPr/>
          <a:lstStyle/>
          <a:p>
            <a:endParaRPr lang="en-IN" dirty="0"/>
          </a:p>
        </p:txBody>
      </p:sp>
      <p:sp>
        <p:nvSpPr>
          <p:cNvPr id="16" name="Subtitle 2">
            <a:extLst>
              <a:ext uri="{FF2B5EF4-FFF2-40B4-BE49-F238E27FC236}">
                <a16:creationId xmlns:a16="http://schemas.microsoft.com/office/drawing/2014/main" id="{2548587E-F8D8-18D2-288B-34A20CFCA123}"/>
              </a:ext>
            </a:extLst>
          </p:cNvPr>
          <p:cNvSpPr txBox="1">
            <a:spLocks/>
          </p:cNvSpPr>
          <p:nvPr/>
        </p:nvSpPr>
        <p:spPr>
          <a:xfrm>
            <a:off x="6065075" y="5456350"/>
            <a:ext cx="6815268" cy="652902"/>
          </a:xfrm>
          <a:prstGeom prst="rect">
            <a:avLst/>
          </a:prstGeom>
        </p:spPr>
        <p:txBody>
          <a:bodyPr vert="horz" lIns="91440" tIns="45720" rIns="91440" bIns="45720" rtlCol="0">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dirty="0">
                <a:solidFill>
                  <a:srgbClr val="C00000"/>
                </a:solidFill>
              </a:rPr>
              <a:t>PRESENTED BY</a:t>
            </a:r>
          </a:p>
          <a:p>
            <a:r>
              <a:rPr lang="en-IN" dirty="0" smtClean="0">
                <a:solidFill>
                  <a:srgbClr val="C00000"/>
                </a:solidFill>
              </a:rPr>
              <a:t>SHRADDHA KAMBLE</a:t>
            </a:r>
            <a:endParaRPr lang="en-IN" dirty="0">
              <a:solidFill>
                <a:srgbClr val="C00000"/>
              </a:solidFill>
            </a:endParaRPr>
          </a:p>
          <a:p>
            <a:endParaRPr lang="en-IN" dirty="0">
              <a:solidFill>
                <a:schemeClr val="accent4">
                  <a:lumMod val="60000"/>
                  <a:lumOff val="40000"/>
                </a:schemeClr>
              </a:solidFill>
            </a:endParaRPr>
          </a:p>
        </p:txBody>
      </p:sp>
      <p:sp>
        <p:nvSpPr>
          <p:cNvPr id="17" name="Rectangle 16">
            <a:extLst>
              <a:ext uri="{FF2B5EF4-FFF2-40B4-BE49-F238E27FC236}">
                <a16:creationId xmlns:a16="http://schemas.microsoft.com/office/drawing/2014/main" id="{F8BBA7E6-FF8F-AEC3-4CF8-30A1097F64A8}"/>
              </a:ext>
            </a:extLst>
          </p:cNvPr>
          <p:cNvSpPr/>
          <p:nvPr/>
        </p:nvSpPr>
        <p:spPr>
          <a:xfrm>
            <a:off x="7426735" y="6293631"/>
            <a:ext cx="4357396" cy="335902"/>
          </a:xfrm>
          <a:prstGeom prst="rect">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en-IN" dirty="0"/>
          </a:p>
        </p:txBody>
      </p:sp>
      <p:sp>
        <p:nvSpPr>
          <p:cNvPr id="18" name="TextBox 17">
            <a:extLst>
              <a:ext uri="{FF2B5EF4-FFF2-40B4-BE49-F238E27FC236}">
                <a16:creationId xmlns:a16="http://schemas.microsoft.com/office/drawing/2014/main" id="{84750B35-53B5-A571-BC7C-32F1AB19675B}"/>
              </a:ext>
            </a:extLst>
          </p:cNvPr>
          <p:cNvSpPr txBox="1"/>
          <p:nvPr/>
        </p:nvSpPr>
        <p:spPr>
          <a:xfrm>
            <a:off x="7368656" y="6288585"/>
            <a:ext cx="4208106" cy="369332"/>
          </a:xfrm>
          <a:prstGeom prst="rect">
            <a:avLst/>
          </a:prstGeom>
          <a:noFill/>
        </p:spPr>
        <p:txBody>
          <a:bodyPr wrap="square" rtlCol="0">
            <a:spAutoFit/>
          </a:bodyPr>
          <a:lstStyle/>
          <a:p>
            <a:pPr algn="ctr"/>
            <a:r>
              <a:rPr lang="en-IN" dirty="0"/>
              <a:t>GUIDE BY - ABHISHEK WAHWAL</a:t>
            </a:r>
          </a:p>
        </p:txBody>
      </p:sp>
      <p:sp>
        <p:nvSpPr>
          <p:cNvPr id="19" name="TextBox 18">
            <a:extLst>
              <a:ext uri="{FF2B5EF4-FFF2-40B4-BE49-F238E27FC236}">
                <a16:creationId xmlns:a16="http://schemas.microsoft.com/office/drawing/2014/main" id="{4802944A-53E6-719E-020E-D981BD406E41}"/>
              </a:ext>
            </a:extLst>
          </p:cNvPr>
          <p:cNvSpPr txBox="1"/>
          <p:nvPr/>
        </p:nvSpPr>
        <p:spPr>
          <a:xfrm>
            <a:off x="8077200" y="4810018"/>
            <a:ext cx="2625012" cy="646331"/>
          </a:xfrm>
          <a:prstGeom prst="rect">
            <a:avLst/>
          </a:prstGeom>
          <a:noFill/>
        </p:spPr>
        <p:txBody>
          <a:bodyPr wrap="square" rtlCol="0">
            <a:spAutoFit/>
          </a:bodyPr>
          <a:lstStyle/>
          <a:p>
            <a:r>
              <a:rPr lang="en-IN" i="0" dirty="0">
                <a:solidFill>
                  <a:schemeClr val="accent3">
                    <a:lumMod val="60000"/>
                    <a:lumOff val="40000"/>
                  </a:schemeClr>
                </a:solidFill>
                <a:effectLst/>
              </a:rPr>
              <a:t>Project</a:t>
            </a:r>
            <a:r>
              <a:rPr lang="en-IN" b="1" i="0" dirty="0">
                <a:solidFill>
                  <a:schemeClr val="accent3">
                    <a:lumMod val="60000"/>
                    <a:lumOff val="40000"/>
                  </a:schemeClr>
                </a:solidFill>
                <a:effectLst/>
              </a:rPr>
              <a:t> Type - EDA</a:t>
            </a:r>
          </a:p>
          <a:p>
            <a:endParaRPr lang="en-IN" dirty="0">
              <a:solidFill>
                <a:schemeClr val="accent3">
                  <a:lumMod val="60000"/>
                  <a:lumOff val="40000"/>
                </a:schemeClr>
              </a:solidFill>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11054852" cy="5470286"/>
          </a:xfrm>
          <a:prstGeom prst="rect">
            <a:avLst/>
          </a:prstGeom>
        </p:spPr>
      </p:pic>
    </p:spTree>
    <p:extLst>
      <p:ext uri="{BB962C8B-B14F-4D97-AF65-F5344CB8AC3E}">
        <p14:creationId xmlns:p14="http://schemas.microsoft.com/office/powerpoint/2010/main" val="304219098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175D8B7-0681-4433-9045-50765829F288}"/>
              </a:ext>
            </a:extLst>
          </p:cNvPr>
          <p:cNvSpPr txBox="1"/>
          <p:nvPr/>
        </p:nvSpPr>
        <p:spPr>
          <a:xfrm>
            <a:off x="2924735" y="591235"/>
            <a:ext cx="6100482" cy="1569660"/>
          </a:xfrm>
          <a:prstGeom prst="rect">
            <a:avLst/>
          </a:prstGeom>
          <a:noFill/>
        </p:spPr>
        <p:txBody>
          <a:bodyPr wrap="square">
            <a:spAutoFit/>
          </a:bodyPr>
          <a:lstStyle/>
          <a:p>
            <a:r>
              <a:rPr lang="en-IN" sz="4800" b="0" i="0" u="none" strike="noStrike" dirty="0">
                <a:solidFill>
                  <a:srgbClr val="311011"/>
                </a:solidFill>
                <a:effectLst/>
                <a:latin typeface="Federo"/>
              </a:rPr>
              <a:t>          TABLE OF </a:t>
            </a:r>
            <a:br>
              <a:rPr lang="en-IN" sz="4800" b="0" i="0" u="none" strike="noStrike" dirty="0">
                <a:solidFill>
                  <a:srgbClr val="311011"/>
                </a:solidFill>
                <a:effectLst/>
                <a:latin typeface="Federo"/>
              </a:rPr>
            </a:br>
            <a:r>
              <a:rPr lang="en-IN" sz="4800" b="0" i="0" u="none" strike="noStrike" dirty="0">
                <a:solidFill>
                  <a:srgbClr val="311011"/>
                </a:solidFill>
                <a:effectLst/>
                <a:latin typeface="Federo"/>
              </a:rPr>
              <a:t>         </a:t>
            </a:r>
            <a:r>
              <a:rPr lang="en-IN" sz="4800" b="0" i="0" u="none" strike="noStrike" dirty="0">
                <a:solidFill>
                  <a:srgbClr val="D8BB63"/>
                </a:solidFill>
                <a:effectLst/>
                <a:latin typeface="Federo"/>
              </a:rPr>
              <a:t>CONTENTS</a:t>
            </a:r>
            <a:endParaRPr lang="en-IN" sz="4800" dirty="0"/>
          </a:p>
        </p:txBody>
      </p:sp>
      <p:sp>
        <p:nvSpPr>
          <p:cNvPr id="9" name="TextBox 8">
            <a:extLst>
              <a:ext uri="{FF2B5EF4-FFF2-40B4-BE49-F238E27FC236}">
                <a16:creationId xmlns:a16="http://schemas.microsoft.com/office/drawing/2014/main" id="{A59D09AD-D44A-4954-9787-E96EDE0A4973}"/>
              </a:ext>
            </a:extLst>
          </p:cNvPr>
          <p:cNvSpPr txBox="1"/>
          <p:nvPr/>
        </p:nvSpPr>
        <p:spPr>
          <a:xfrm>
            <a:off x="1046533" y="2429906"/>
            <a:ext cx="4634753" cy="5970865"/>
          </a:xfrm>
          <a:prstGeom prst="rect">
            <a:avLst/>
          </a:prstGeom>
          <a:noFill/>
        </p:spPr>
        <p:txBody>
          <a:bodyPr wrap="square">
            <a:spAutoFit/>
          </a:bodyPr>
          <a:lstStyle/>
          <a:p>
            <a:pPr marL="571500" indent="-571500">
              <a:buFont typeface="Wingdings" panose="05000000000000000000" pitchFamily="2" charset="2"/>
              <a:buChar char="q"/>
            </a:pPr>
            <a:r>
              <a:rPr lang="en-IN" sz="3200" b="0" i="0" u="none" strike="noStrike" dirty="0">
                <a:solidFill>
                  <a:srgbClr val="311011"/>
                </a:solidFill>
                <a:effectLst/>
                <a:latin typeface="Federo"/>
              </a:rPr>
              <a:t>Project Summary</a:t>
            </a:r>
          </a:p>
          <a:p>
            <a:pPr marL="571500" indent="-571500">
              <a:buFont typeface="Wingdings" panose="05000000000000000000" pitchFamily="2" charset="2"/>
              <a:buChar char="q"/>
            </a:pPr>
            <a:r>
              <a:rPr lang="en-IN" sz="3200" b="0" i="0" u="none" strike="noStrike" dirty="0">
                <a:solidFill>
                  <a:srgbClr val="311011"/>
                </a:solidFill>
                <a:effectLst/>
                <a:latin typeface="Federo"/>
              </a:rPr>
              <a:t>Analysing Data</a:t>
            </a:r>
          </a:p>
          <a:p>
            <a:pPr marL="571500" indent="-571500">
              <a:buFont typeface="Wingdings" panose="05000000000000000000" pitchFamily="2" charset="2"/>
              <a:buChar char="q"/>
            </a:pPr>
            <a:r>
              <a:rPr lang="en-IN" sz="3200" dirty="0" smtClean="0">
                <a:solidFill>
                  <a:srgbClr val="311011"/>
                </a:solidFill>
                <a:latin typeface="Federo"/>
              </a:rPr>
              <a:t>Data Cleaning</a:t>
            </a:r>
            <a:endParaRPr lang="en-IN" sz="3200" dirty="0">
              <a:solidFill>
                <a:srgbClr val="311011"/>
              </a:solidFill>
              <a:latin typeface="Federo"/>
            </a:endParaRPr>
          </a:p>
          <a:p>
            <a:pPr marL="571500" indent="-571500" rtl="0">
              <a:spcBef>
                <a:spcPts val="0"/>
              </a:spcBef>
              <a:spcAft>
                <a:spcPts val="0"/>
              </a:spcAft>
              <a:buFont typeface="Wingdings" panose="05000000000000000000" pitchFamily="2" charset="2"/>
              <a:buChar char="q"/>
            </a:pPr>
            <a:r>
              <a:rPr lang="en-IN" sz="3200" b="0" i="0" u="none" strike="noStrike" dirty="0" smtClean="0">
                <a:solidFill>
                  <a:srgbClr val="311011"/>
                </a:solidFill>
                <a:effectLst/>
                <a:latin typeface="Federo"/>
              </a:rPr>
              <a:t>Data Wrangling</a:t>
            </a:r>
          </a:p>
          <a:p>
            <a:pPr marL="571500" indent="-571500" rtl="0">
              <a:spcBef>
                <a:spcPts val="0"/>
              </a:spcBef>
              <a:spcAft>
                <a:spcPts val="0"/>
              </a:spcAft>
              <a:buFont typeface="Wingdings" panose="05000000000000000000" pitchFamily="2" charset="2"/>
              <a:buChar char="q"/>
            </a:pPr>
            <a:r>
              <a:rPr lang="en-IN" sz="3200" dirty="0" smtClean="0">
                <a:solidFill>
                  <a:srgbClr val="311011"/>
                </a:solidFill>
                <a:latin typeface="Federo"/>
              </a:rPr>
              <a:t>Guest Demographics</a:t>
            </a:r>
          </a:p>
          <a:p>
            <a:pPr marL="571500" indent="-571500" rtl="0">
              <a:spcBef>
                <a:spcPts val="0"/>
              </a:spcBef>
              <a:spcAft>
                <a:spcPts val="0"/>
              </a:spcAft>
              <a:buFont typeface="Wingdings" panose="05000000000000000000" pitchFamily="2" charset="2"/>
              <a:buChar char="q"/>
            </a:pPr>
            <a:r>
              <a:rPr lang="en-IN" sz="3200" b="0" i="0" u="none" strike="noStrike" dirty="0" smtClean="0">
                <a:solidFill>
                  <a:srgbClr val="311011"/>
                </a:solidFill>
                <a:effectLst/>
                <a:latin typeface="Federo"/>
              </a:rPr>
              <a:t>Financial Insights</a:t>
            </a:r>
          </a:p>
          <a:p>
            <a:pPr marL="571500" indent="-571500" rtl="0">
              <a:spcBef>
                <a:spcPts val="0"/>
              </a:spcBef>
              <a:spcAft>
                <a:spcPts val="0"/>
              </a:spcAft>
              <a:buFont typeface="Wingdings" panose="05000000000000000000" pitchFamily="2" charset="2"/>
              <a:buChar char="q"/>
            </a:pPr>
            <a:r>
              <a:rPr lang="en-IN" sz="3200" dirty="0" smtClean="0">
                <a:solidFill>
                  <a:srgbClr val="311011"/>
                </a:solidFill>
                <a:latin typeface="Federo"/>
              </a:rPr>
              <a:t>Conclusion</a:t>
            </a:r>
            <a:endParaRPr lang="en-IN" sz="3200" b="0" i="0" u="none" strike="noStrike" dirty="0" smtClean="0">
              <a:solidFill>
                <a:srgbClr val="311011"/>
              </a:solidFill>
              <a:effectLst/>
              <a:latin typeface="Federo"/>
            </a:endParaRPr>
          </a:p>
          <a:p>
            <a:pPr marL="571500" indent="-571500" rtl="0">
              <a:spcBef>
                <a:spcPts val="0"/>
              </a:spcBef>
              <a:spcAft>
                <a:spcPts val="0"/>
              </a:spcAft>
              <a:buFont typeface="Wingdings" panose="05000000000000000000" pitchFamily="2" charset="2"/>
              <a:buChar char="q"/>
            </a:pPr>
            <a:endParaRPr lang="en-IN" sz="3200" b="0" dirty="0">
              <a:effectLst/>
            </a:endParaRPr>
          </a:p>
          <a:p>
            <a:endParaRPr lang="en-IN" dirty="0">
              <a:solidFill>
                <a:srgbClr val="311011"/>
              </a:solidFill>
              <a:latin typeface="Federo"/>
            </a:endParaRPr>
          </a:p>
          <a:p>
            <a:endParaRPr lang="en-IN" dirty="0">
              <a:solidFill>
                <a:srgbClr val="311011"/>
              </a:solidFill>
              <a:latin typeface="Federo"/>
            </a:endParaRPr>
          </a:p>
          <a:p>
            <a:endParaRPr lang="en-IN" dirty="0">
              <a:solidFill>
                <a:srgbClr val="311011"/>
              </a:solidFill>
              <a:latin typeface="Federo"/>
            </a:endParaRPr>
          </a:p>
          <a:p>
            <a:endParaRPr lang="en-IN" dirty="0">
              <a:solidFill>
                <a:srgbClr val="311011"/>
              </a:solidFill>
              <a:latin typeface="Federo"/>
            </a:endParaRPr>
          </a:p>
          <a:p>
            <a:endParaRPr lang="en-IN" dirty="0">
              <a:solidFill>
                <a:srgbClr val="311011"/>
              </a:solidFill>
              <a:latin typeface="Federo"/>
            </a:endParaRPr>
          </a:p>
          <a:p>
            <a:endParaRPr lang="en-IN" dirty="0">
              <a:solidFill>
                <a:srgbClr val="311011"/>
              </a:solidFill>
              <a:latin typeface="Federo"/>
            </a:endParaRPr>
          </a:p>
          <a:p>
            <a:endParaRPr lang="en-IN" dirty="0"/>
          </a:p>
        </p:txBody>
      </p:sp>
      <p:sp>
        <p:nvSpPr>
          <p:cNvPr id="11" name="TextBox 10">
            <a:extLst>
              <a:ext uri="{FF2B5EF4-FFF2-40B4-BE49-F238E27FC236}">
                <a16:creationId xmlns:a16="http://schemas.microsoft.com/office/drawing/2014/main" id="{F153301A-2E58-46F9-979E-F5899C2CD4DE}"/>
              </a:ext>
            </a:extLst>
          </p:cNvPr>
          <p:cNvSpPr txBox="1"/>
          <p:nvPr/>
        </p:nvSpPr>
        <p:spPr>
          <a:xfrm>
            <a:off x="6248400" y="2429906"/>
            <a:ext cx="7169523" cy="3539430"/>
          </a:xfrm>
          <a:prstGeom prst="rect">
            <a:avLst/>
          </a:prstGeom>
          <a:noFill/>
        </p:spPr>
        <p:txBody>
          <a:bodyPr wrap="square">
            <a:spAutoFit/>
          </a:bodyPr>
          <a:lstStyle/>
          <a:p>
            <a:pPr marL="571500" indent="-571500" rtl="0">
              <a:spcBef>
                <a:spcPts val="0"/>
              </a:spcBef>
              <a:spcAft>
                <a:spcPts val="0"/>
              </a:spcAft>
              <a:buFont typeface="Wingdings" panose="05000000000000000000" pitchFamily="2" charset="2"/>
              <a:buChar char="q"/>
            </a:pPr>
            <a:r>
              <a:rPr lang="en-IN" sz="3200" b="0" i="0" u="none" strike="noStrike" dirty="0">
                <a:solidFill>
                  <a:srgbClr val="311011"/>
                </a:solidFill>
                <a:effectLst/>
                <a:latin typeface="Federo"/>
              </a:rPr>
              <a:t>Problem Statement</a:t>
            </a:r>
            <a:endParaRPr lang="en-IN" sz="3200" b="0" dirty="0">
              <a:effectLst/>
            </a:endParaRPr>
          </a:p>
          <a:p>
            <a:pPr marL="571500" indent="-571500" rtl="0">
              <a:spcBef>
                <a:spcPts val="0"/>
              </a:spcBef>
              <a:spcAft>
                <a:spcPts val="0"/>
              </a:spcAft>
              <a:buFont typeface="Wingdings" panose="05000000000000000000" pitchFamily="2" charset="2"/>
              <a:buChar char="q"/>
            </a:pPr>
            <a:r>
              <a:rPr lang="en-IN" sz="3200" dirty="0" smtClean="0">
                <a:solidFill>
                  <a:srgbClr val="311011"/>
                </a:solidFill>
                <a:latin typeface="Federo"/>
              </a:rPr>
              <a:t>Column Names</a:t>
            </a:r>
            <a:endParaRPr lang="en-IN" sz="3200" b="0" dirty="0">
              <a:effectLst/>
            </a:endParaRPr>
          </a:p>
          <a:p>
            <a:pPr marL="571500" indent="-571500">
              <a:buFont typeface="Wingdings" panose="05000000000000000000" pitchFamily="2" charset="2"/>
              <a:buChar char="q"/>
            </a:pPr>
            <a:r>
              <a:rPr lang="en-IN" sz="3200" dirty="0" smtClean="0">
                <a:solidFill>
                  <a:srgbClr val="311011"/>
                </a:solidFill>
                <a:latin typeface="Federo"/>
              </a:rPr>
              <a:t>Variables Descriptions</a:t>
            </a:r>
            <a:endParaRPr lang="en-IN" sz="3200" dirty="0">
              <a:solidFill>
                <a:srgbClr val="311011"/>
              </a:solidFill>
              <a:latin typeface="Federo"/>
            </a:endParaRPr>
          </a:p>
          <a:p>
            <a:pPr marL="571500" indent="-571500">
              <a:buFont typeface="Wingdings" panose="05000000000000000000" pitchFamily="2" charset="2"/>
              <a:buChar char="q"/>
            </a:pPr>
            <a:r>
              <a:rPr lang="en-IN" sz="3200" dirty="0" smtClean="0">
                <a:solidFill>
                  <a:srgbClr val="311011"/>
                </a:solidFill>
                <a:latin typeface="Federo"/>
              </a:rPr>
              <a:t>Basic Statistics</a:t>
            </a:r>
          </a:p>
          <a:p>
            <a:pPr marL="571500" indent="-571500">
              <a:buFont typeface="Wingdings" panose="05000000000000000000" pitchFamily="2" charset="2"/>
              <a:buChar char="q"/>
            </a:pPr>
            <a:r>
              <a:rPr lang="en-IN" sz="3200" dirty="0" smtClean="0">
                <a:solidFill>
                  <a:srgbClr val="311011"/>
                </a:solidFill>
                <a:latin typeface="Federo"/>
              </a:rPr>
              <a:t>Cancellation Analysis</a:t>
            </a:r>
          </a:p>
          <a:p>
            <a:pPr marL="571500" indent="-571500">
              <a:buFont typeface="Wingdings" panose="05000000000000000000" pitchFamily="2" charset="2"/>
              <a:buChar char="q"/>
            </a:pPr>
            <a:r>
              <a:rPr lang="en-IN" sz="3200" dirty="0" smtClean="0">
                <a:solidFill>
                  <a:srgbClr val="311011"/>
                </a:solidFill>
                <a:latin typeface="Federo"/>
              </a:rPr>
              <a:t>Weekly &amp; Annual Dashboard</a:t>
            </a:r>
          </a:p>
          <a:p>
            <a:pPr marL="571500" indent="-571500">
              <a:buFont typeface="Wingdings" panose="05000000000000000000" pitchFamily="2" charset="2"/>
              <a:buChar char="q"/>
            </a:pPr>
            <a:endParaRPr lang="en-IN" sz="3200" dirty="0">
              <a:solidFill>
                <a:srgbClr val="311011"/>
              </a:solidFill>
              <a:latin typeface="Federo"/>
            </a:endParaRPr>
          </a:p>
        </p:txBody>
      </p:sp>
    </p:spTree>
    <p:extLst>
      <p:ext uri="{BB962C8B-B14F-4D97-AF65-F5344CB8AC3E}">
        <p14:creationId xmlns:p14="http://schemas.microsoft.com/office/powerpoint/2010/main" val="28695613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6C1C1-3E24-90A1-4FAC-E014A695D84D}"/>
              </a:ext>
            </a:extLst>
          </p:cNvPr>
          <p:cNvSpPr>
            <a:spLocks noGrp="1"/>
          </p:cNvSpPr>
          <p:nvPr>
            <p:ph type="title"/>
          </p:nvPr>
        </p:nvSpPr>
        <p:spPr>
          <a:xfrm>
            <a:off x="1451579" y="804519"/>
            <a:ext cx="9603275" cy="600211"/>
          </a:xfrm>
        </p:spPr>
        <p:txBody>
          <a:bodyPr/>
          <a:lstStyle/>
          <a:p>
            <a:r>
              <a:rPr lang="en-IN" dirty="0">
                <a:latin typeface="Arno Pro" panose="02020502040506020403" pitchFamily="18" charset="0"/>
              </a:rPr>
              <a:t>Summary of my project</a:t>
            </a:r>
          </a:p>
        </p:txBody>
      </p:sp>
      <p:sp>
        <p:nvSpPr>
          <p:cNvPr id="3" name="Content Placeholder 2">
            <a:extLst>
              <a:ext uri="{FF2B5EF4-FFF2-40B4-BE49-F238E27FC236}">
                <a16:creationId xmlns:a16="http://schemas.microsoft.com/office/drawing/2014/main" id="{06C00D5A-E9EF-0B24-EBCA-04FB9ABD5321}"/>
              </a:ext>
            </a:extLst>
          </p:cNvPr>
          <p:cNvSpPr>
            <a:spLocks noGrp="1"/>
          </p:cNvSpPr>
          <p:nvPr>
            <p:ph idx="1"/>
          </p:nvPr>
        </p:nvSpPr>
        <p:spPr>
          <a:xfrm>
            <a:off x="1451579" y="1842052"/>
            <a:ext cx="10369360" cy="3882887"/>
          </a:xfrm>
        </p:spPr>
        <p:txBody>
          <a:bodyPr>
            <a:normAutofit fontScale="92500" lnSpcReduction="20000"/>
          </a:bodyPr>
          <a:lstStyle/>
          <a:p>
            <a:r>
              <a:rPr lang="en-US" sz="1700" dirty="0" smtClean="0"/>
              <a:t>The</a:t>
            </a:r>
            <a:r>
              <a:rPr lang="en-US" sz="1700" dirty="0" smtClean="0"/>
              <a:t> </a:t>
            </a:r>
            <a:r>
              <a:rPr lang="en-US" sz="1700" dirty="0"/>
              <a:t>project with the goal of comprehending the Hotel Group's business. </a:t>
            </a:r>
            <a:endParaRPr lang="en-US" sz="1700" dirty="0" smtClean="0"/>
          </a:p>
          <a:p>
            <a:r>
              <a:rPr lang="en-US" sz="1700" dirty="0" smtClean="0"/>
              <a:t>The</a:t>
            </a:r>
            <a:r>
              <a:rPr lang="en-US" sz="1700" dirty="0"/>
              <a:t> City Hotel and the Resort Hotel were the two hotels in this dataset. </a:t>
            </a:r>
            <a:endParaRPr lang="en-US" sz="1700" dirty="0" smtClean="0"/>
          </a:p>
          <a:p>
            <a:r>
              <a:rPr lang="en-US" sz="1700" dirty="0" smtClean="0"/>
              <a:t>The</a:t>
            </a:r>
            <a:r>
              <a:rPr lang="en-US" sz="1700" dirty="0"/>
              <a:t> information covered the three years of 2015, 2016, and 2017. The revenue and booking details, including the number of days of stay, cancellations, and total number of guests, including children, are also available. </a:t>
            </a:r>
            <a:endParaRPr lang="en-US" sz="1700" dirty="0" smtClean="0"/>
          </a:p>
          <a:p>
            <a:r>
              <a:rPr lang="en-US" sz="1700" dirty="0" smtClean="0"/>
              <a:t>In </a:t>
            </a:r>
            <a:r>
              <a:rPr lang="en-US" sz="1700" dirty="0"/>
              <a:t>addition, it details the length of time guests must wait to make reservations, how often they return, and what they want to eat. Additionally, the data allows us to analyze the nations from which reservations have been </a:t>
            </a:r>
            <a:r>
              <a:rPr lang="en-US" sz="1700" dirty="0" smtClean="0"/>
              <a:t>made.</a:t>
            </a:r>
          </a:p>
          <a:p>
            <a:r>
              <a:rPr lang="en-US" sz="1700" dirty="0" smtClean="0"/>
              <a:t>On </a:t>
            </a:r>
            <a:r>
              <a:rPr lang="en-US" sz="1700" dirty="0"/>
              <a:t>behalf of the resort and city hotel, we also serve as an agent and other channels that assist in business by making reservations for visitors. </a:t>
            </a:r>
            <a:endParaRPr lang="en-US" sz="1700" dirty="0" smtClean="0"/>
          </a:p>
          <a:p>
            <a:r>
              <a:rPr lang="en-US" sz="1700" dirty="0" smtClean="0"/>
              <a:t>The </a:t>
            </a:r>
            <a:r>
              <a:rPr lang="en-US" sz="1700" dirty="0"/>
              <a:t>information is separated into city hotels and resort hotels. Thus, we are able to fairly compare the two. Prior to visualizing any data from the data set, we must perform data cleaning, which includes filling in any null values and removing any duplicate values. Next, we must perform data wrangling. We will conduct our analysis as well.</a:t>
            </a:r>
            <a:br>
              <a:rPr lang="en-US" sz="1700" dirty="0"/>
            </a:br>
            <a:endParaRPr lang="en-US" sz="1700" b="1" i="0" dirty="0">
              <a:effectLst/>
              <a:latin typeface="Arno Pro Display" panose="02020502050506020403" pitchFamily="18" charset="0"/>
            </a:endParaRPr>
          </a:p>
          <a:p>
            <a:endParaRPr lang="en-IN" dirty="0"/>
          </a:p>
        </p:txBody>
      </p:sp>
    </p:spTree>
    <p:extLst>
      <p:ext uri="{BB962C8B-B14F-4D97-AF65-F5344CB8AC3E}">
        <p14:creationId xmlns:p14="http://schemas.microsoft.com/office/powerpoint/2010/main" val="36731510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2B01F-3397-DD48-B5BD-AB71719DA276}"/>
              </a:ext>
            </a:extLst>
          </p:cNvPr>
          <p:cNvSpPr>
            <a:spLocks noGrp="1"/>
          </p:cNvSpPr>
          <p:nvPr>
            <p:ph type="title"/>
          </p:nvPr>
        </p:nvSpPr>
        <p:spPr>
          <a:xfrm>
            <a:off x="1400929" y="720543"/>
            <a:ext cx="9603275" cy="1049235"/>
          </a:xfrm>
        </p:spPr>
        <p:txBody>
          <a:bodyPr/>
          <a:lstStyle/>
          <a:p>
            <a:r>
              <a:rPr lang="en-IN" i="0" dirty="0">
                <a:effectLst/>
                <a:latin typeface="Arno Pro Caption" panose="02020502040506020403" pitchFamily="18" charset="0"/>
              </a:rPr>
              <a:t>Problem Statement</a:t>
            </a:r>
            <a:br>
              <a:rPr lang="en-IN" i="0" dirty="0">
                <a:effectLst/>
                <a:latin typeface="Arno Pro Caption" panose="02020502040506020403" pitchFamily="18" charset="0"/>
              </a:rPr>
            </a:br>
            <a:endParaRPr lang="en-IN" dirty="0">
              <a:latin typeface="Arno Pro Caption" panose="02020502040506020403" pitchFamily="18" charset="0"/>
            </a:endParaRPr>
          </a:p>
        </p:txBody>
      </p:sp>
      <p:sp>
        <p:nvSpPr>
          <p:cNvPr id="3" name="Content Placeholder 2">
            <a:extLst>
              <a:ext uri="{FF2B5EF4-FFF2-40B4-BE49-F238E27FC236}">
                <a16:creationId xmlns:a16="http://schemas.microsoft.com/office/drawing/2014/main" id="{35CB5B57-85C3-3A38-F01C-26AE1CBDBA57}"/>
              </a:ext>
            </a:extLst>
          </p:cNvPr>
          <p:cNvSpPr>
            <a:spLocks noGrp="1"/>
          </p:cNvSpPr>
          <p:nvPr>
            <p:ph idx="1"/>
          </p:nvPr>
        </p:nvSpPr>
        <p:spPr/>
        <p:txBody>
          <a:bodyPr/>
          <a:lstStyle/>
          <a:p>
            <a:r>
              <a:rPr lang="en-US" b="1" dirty="0" smtClean="0">
                <a:latin typeface="Arno Pro Display" panose="02020502050506020403" pitchFamily="18" charset="0"/>
              </a:rPr>
              <a:t>The </a:t>
            </a:r>
            <a:r>
              <a:rPr lang="en-US" b="1" i="0" dirty="0">
                <a:effectLst/>
                <a:latin typeface="Arno Pro Display" panose="02020502050506020403" pitchFamily="18" charset="0"/>
              </a:rPr>
              <a:t>objective of </a:t>
            </a:r>
            <a:r>
              <a:rPr lang="en-US" b="1" dirty="0" smtClean="0">
                <a:latin typeface="Arno Pro Display" panose="02020502050506020403" pitchFamily="18" charset="0"/>
              </a:rPr>
              <a:t>Hotel Booking</a:t>
            </a:r>
            <a:r>
              <a:rPr lang="en-US" b="1" i="0" dirty="0" smtClean="0">
                <a:effectLst/>
                <a:latin typeface="Arno Pro Display" panose="02020502050506020403" pitchFamily="18" charset="0"/>
              </a:rPr>
              <a:t> </a:t>
            </a:r>
            <a:r>
              <a:rPr lang="en-US" b="1" i="0" dirty="0">
                <a:effectLst/>
                <a:latin typeface="Arno Pro Display" panose="02020502050506020403" pitchFamily="18" charset="0"/>
              </a:rPr>
              <a:t>project </a:t>
            </a:r>
            <a:r>
              <a:rPr lang="en-US" b="1" i="0" dirty="0" smtClean="0">
                <a:effectLst/>
                <a:latin typeface="Arno Pro Display" panose="02020502050506020403" pitchFamily="18" charset="0"/>
              </a:rPr>
              <a:t>is to </a:t>
            </a:r>
            <a:r>
              <a:rPr lang="en-US" b="1" i="0" dirty="0">
                <a:effectLst/>
                <a:latin typeface="Arno Pro Display" panose="02020502050506020403" pitchFamily="18" charset="0"/>
              </a:rPr>
              <a:t>Explore and analyze the data to discover important factors that govern the bookings</a:t>
            </a:r>
            <a:r>
              <a:rPr lang="en-US" b="1" i="0" dirty="0" smtClean="0">
                <a:effectLst/>
                <a:latin typeface="Arno Pro Display" panose="02020502050506020403" pitchFamily="18" charset="0"/>
              </a:rPr>
              <a:t>.</a:t>
            </a:r>
          </a:p>
          <a:p>
            <a:endParaRPr lang="en-US" b="1" dirty="0">
              <a:latin typeface="Arno Pro Display" panose="02020502050506020403" pitchFamily="18" charset="0"/>
            </a:endParaRPr>
          </a:p>
          <a:p>
            <a:r>
              <a:rPr lang="en-US" b="1" dirty="0">
                <a:latin typeface="Arno Pro Display" panose="02020502050506020403" pitchFamily="18" charset="0"/>
              </a:rPr>
              <a:t>This dataset includes booking details for both city and resort hotels, including the time of booking, the number of adults, kids, and/or infants, the number of parking spaces available, the agent who made the reservation, and other details.</a:t>
            </a:r>
          </a:p>
          <a:p>
            <a:endParaRPr lang="en-US" b="1" i="0" dirty="0">
              <a:effectLst/>
              <a:latin typeface="Arno Pro Display" panose="02020502050506020403" pitchFamily="18" charset="0"/>
            </a:endParaRPr>
          </a:p>
          <a:p>
            <a:endParaRPr lang="en-IN" dirty="0"/>
          </a:p>
        </p:txBody>
      </p:sp>
    </p:spTree>
    <p:extLst>
      <p:ext uri="{BB962C8B-B14F-4D97-AF65-F5344CB8AC3E}">
        <p14:creationId xmlns:p14="http://schemas.microsoft.com/office/powerpoint/2010/main" val="38462647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D30C3-3B09-1DBE-D70B-474872C13F64}"/>
              </a:ext>
            </a:extLst>
          </p:cNvPr>
          <p:cNvSpPr>
            <a:spLocks noGrp="1"/>
          </p:cNvSpPr>
          <p:nvPr>
            <p:ph type="title"/>
          </p:nvPr>
        </p:nvSpPr>
        <p:spPr/>
        <p:txBody>
          <a:bodyPr/>
          <a:lstStyle/>
          <a:p>
            <a:r>
              <a:rPr lang="en-IN" i="0" dirty="0">
                <a:effectLst/>
                <a:latin typeface="-apple-system"/>
              </a:rPr>
              <a:t>Dataset First View</a:t>
            </a:r>
            <a:r>
              <a:rPr lang="en-IN" b="1" i="0" dirty="0">
                <a:effectLst/>
                <a:latin typeface="-apple-system"/>
              </a:rPr>
              <a:t/>
            </a:r>
            <a:br>
              <a:rPr lang="en-IN" b="1" i="0" dirty="0">
                <a:effectLst/>
                <a:latin typeface="-apple-system"/>
              </a:rPr>
            </a:br>
            <a:endParaRPr lang="en-IN" dirty="0"/>
          </a:p>
        </p:txBody>
      </p:sp>
      <p:sp>
        <p:nvSpPr>
          <p:cNvPr id="3" name="Content Placeholder 2"/>
          <p:cNvSpPr>
            <a:spLocks noGrp="1"/>
          </p:cNvSpPr>
          <p:nvPr>
            <p:ph idx="1"/>
          </p:nvPr>
        </p:nvSpPr>
        <p:spPr/>
        <p:txBody>
          <a:bodyPr/>
          <a:lstStyle/>
          <a:p>
            <a:endParaRPr lang="en-IN" dirty="0"/>
          </a:p>
        </p:txBody>
      </p:sp>
      <p:pic>
        <p:nvPicPr>
          <p:cNvPr id="4" name="Picture 3"/>
          <p:cNvPicPr>
            <a:picLocks noChangeAspect="1"/>
          </p:cNvPicPr>
          <p:nvPr/>
        </p:nvPicPr>
        <p:blipFill>
          <a:blip r:embed="rId2"/>
          <a:stretch>
            <a:fillRect/>
          </a:stretch>
        </p:blipFill>
        <p:spPr>
          <a:xfrm>
            <a:off x="1380498" y="1564271"/>
            <a:ext cx="9745435" cy="4353533"/>
          </a:xfrm>
          <a:prstGeom prst="rect">
            <a:avLst/>
          </a:prstGeom>
        </p:spPr>
      </p:pic>
    </p:spTree>
    <p:extLst>
      <p:ext uri="{BB962C8B-B14F-4D97-AF65-F5344CB8AC3E}">
        <p14:creationId xmlns:p14="http://schemas.microsoft.com/office/powerpoint/2010/main" val="8844280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63711-9E07-0353-8BD3-355345E87684}"/>
              </a:ext>
            </a:extLst>
          </p:cNvPr>
          <p:cNvSpPr>
            <a:spLocks noGrp="1"/>
          </p:cNvSpPr>
          <p:nvPr>
            <p:ph type="title"/>
          </p:nvPr>
        </p:nvSpPr>
        <p:spPr/>
        <p:txBody>
          <a:bodyPr/>
          <a:lstStyle/>
          <a:p>
            <a:pPr algn="ctr"/>
            <a:r>
              <a:rPr lang="en-IN" b="0" i="0" dirty="0">
                <a:effectLst/>
              </a:rPr>
              <a:t>Columns</a:t>
            </a:r>
            <a:r>
              <a:rPr lang="en-IN" b="0" i="0" dirty="0">
                <a:effectLst/>
                <a:latin typeface="Courier New" panose="02070309020205020404" pitchFamily="49" charset="0"/>
              </a:rPr>
              <a:t> </a:t>
            </a:r>
            <a:r>
              <a:rPr lang="en-IN" b="0" i="0" dirty="0">
                <a:effectLst/>
              </a:rPr>
              <a:t>name</a:t>
            </a:r>
            <a:br>
              <a:rPr lang="en-IN" b="0" i="0" dirty="0">
                <a:effectLst/>
              </a:rPr>
            </a:br>
            <a:r>
              <a:rPr lang="en-IN" sz="1500" b="0" i="0" dirty="0">
                <a:effectLst/>
                <a:latin typeface="Adobe Caslon Pro" panose="0205050205050A020403" pitchFamily="18" charset="0"/>
              </a:rPr>
              <a:t>we have </a:t>
            </a:r>
            <a:r>
              <a:rPr lang="en-IN" sz="1500" dirty="0" smtClean="0">
                <a:latin typeface="Times New Roman" panose="02020603050405020304" pitchFamily="18" charset="0"/>
                <a:cs typeface="Times New Roman" panose="02020603050405020304" pitchFamily="18" charset="0"/>
              </a:rPr>
              <a:t>87220</a:t>
            </a:r>
            <a:r>
              <a:rPr lang="en-IN" sz="1500" b="0" i="0" dirty="0" smtClean="0">
                <a:effectLst/>
                <a:latin typeface="Adobe Caslon Pro" panose="0205050205050A020403" pitchFamily="18" charset="0"/>
              </a:rPr>
              <a:t> </a:t>
            </a:r>
            <a:r>
              <a:rPr lang="en-IN" sz="1500" dirty="0" smtClean="0">
                <a:latin typeface="Adobe Caslon Pro" panose="0205050205050A020403" pitchFamily="18" charset="0"/>
              </a:rPr>
              <a:t>ROWS </a:t>
            </a:r>
            <a:r>
              <a:rPr lang="en-IN" sz="1500" b="0" i="0" dirty="0" smtClean="0">
                <a:effectLst/>
                <a:latin typeface="Adobe Caslon Pro" panose="0205050205050A020403" pitchFamily="18" charset="0"/>
              </a:rPr>
              <a:t>and </a:t>
            </a:r>
            <a:r>
              <a:rPr lang="en-IN" sz="1500" b="0" i="0" dirty="0" smtClean="0">
                <a:effectLst/>
                <a:latin typeface="Times New Roman" panose="02020603050405020304" pitchFamily="18" charset="0"/>
                <a:cs typeface="Times New Roman" panose="02020603050405020304" pitchFamily="18" charset="0"/>
              </a:rPr>
              <a:t>30</a:t>
            </a:r>
            <a:r>
              <a:rPr lang="en-IN" sz="1500" b="0" i="0" dirty="0" smtClean="0">
                <a:effectLst/>
                <a:latin typeface="Adobe Caslon Pro" panose="0205050205050A020403" pitchFamily="18" charset="0"/>
              </a:rPr>
              <a:t> </a:t>
            </a:r>
            <a:r>
              <a:rPr lang="en-IN" sz="1500" b="0" i="0" dirty="0">
                <a:effectLst/>
                <a:latin typeface="Adobe Caslon Pro" panose="0205050205050A020403" pitchFamily="18" charset="0"/>
              </a:rPr>
              <a:t>columns</a:t>
            </a:r>
            <a:r>
              <a:rPr lang="en-IN" b="0" i="0" dirty="0">
                <a:effectLst/>
              </a:rPr>
              <a:t> </a:t>
            </a:r>
            <a:endParaRPr lang="en-IN" dirty="0"/>
          </a:p>
        </p:txBody>
      </p:sp>
      <p:sp>
        <p:nvSpPr>
          <p:cNvPr id="3" name="Content Placeholder 2">
            <a:extLst>
              <a:ext uri="{FF2B5EF4-FFF2-40B4-BE49-F238E27FC236}">
                <a16:creationId xmlns:a16="http://schemas.microsoft.com/office/drawing/2014/main" id="{2EA159D8-153D-4ECB-4F6D-B504CF53E518}"/>
              </a:ext>
            </a:extLst>
          </p:cNvPr>
          <p:cNvSpPr>
            <a:spLocks noGrp="1"/>
          </p:cNvSpPr>
          <p:nvPr>
            <p:ph idx="1"/>
          </p:nvPr>
        </p:nvSpPr>
        <p:spPr>
          <a:xfrm>
            <a:off x="1232452" y="1853754"/>
            <a:ext cx="9822402" cy="3844682"/>
          </a:xfrm>
        </p:spPr>
        <p:txBody>
          <a:bodyPr>
            <a:normAutofit fontScale="85000" lnSpcReduction="20000"/>
          </a:bodyPr>
          <a:lstStyle/>
          <a:p>
            <a:r>
              <a:rPr lang="en-US" sz="1800" b="0" i="0" u="none" strike="noStrike" dirty="0" smtClean="0">
                <a:solidFill>
                  <a:srgbClr val="000000"/>
                </a:solidFill>
                <a:effectLst/>
                <a:latin typeface="Adobe Caslon Pro" panose="0205050205050A020403" pitchFamily="18" charset="0"/>
              </a:rPr>
              <a:t>Booking ID  </a:t>
            </a:r>
            <a:r>
              <a:rPr lang="en-US" sz="1800" dirty="0" smtClean="0">
                <a:latin typeface="Adobe Caslon Pro" panose="0205050205050A020403" pitchFamily="18" charset="0"/>
              </a:rPr>
              <a:t>                           </a:t>
            </a:r>
            <a:r>
              <a:rPr lang="en-US" sz="1800" dirty="0" smtClean="0">
                <a:solidFill>
                  <a:srgbClr val="000000"/>
                </a:solidFill>
                <a:latin typeface="Adobe Caslon Pro" panose="0205050205050A020403" pitchFamily="18" charset="0"/>
              </a:rPr>
              <a:t>meal                                                                     assigned_room_type</a:t>
            </a:r>
            <a:endParaRPr lang="en-US" sz="1800" b="0" i="0" u="none" strike="noStrike" dirty="0" smtClean="0">
              <a:solidFill>
                <a:srgbClr val="000000"/>
              </a:solidFill>
              <a:effectLst/>
              <a:latin typeface="Adobe Caslon Pro" panose="0205050205050A020403" pitchFamily="18" charset="0"/>
            </a:endParaRPr>
          </a:p>
          <a:p>
            <a:r>
              <a:rPr lang="en-US" sz="1800" dirty="0" smtClean="0">
                <a:solidFill>
                  <a:srgbClr val="000000"/>
                </a:solidFill>
                <a:latin typeface="Adobe Caslon Pro" panose="0205050205050A020403" pitchFamily="18" charset="0"/>
              </a:rPr>
              <a:t>Hotel                                        country                                                                booking_changes</a:t>
            </a:r>
            <a:endParaRPr lang="en-US" sz="1800" b="0" i="0" u="none" strike="noStrike" dirty="0" smtClean="0">
              <a:solidFill>
                <a:srgbClr val="000000"/>
              </a:solidFill>
              <a:effectLst/>
              <a:latin typeface="Adobe Caslon Pro" panose="0205050205050A020403" pitchFamily="18" charset="0"/>
            </a:endParaRPr>
          </a:p>
          <a:p>
            <a:r>
              <a:rPr lang="en-US" dirty="0" smtClean="0">
                <a:latin typeface="Adobe Caslon Pro" panose="0205050205050A020403" pitchFamily="18" charset="0"/>
              </a:rPr>
              <a:t> </a:t>
            </a:r>
            <a:r>
              <a:rPr lang="en-US" sz="1800" b="0" i="0" u="none" strike="noStrike" dirty="0" smtClean="0">
                <a:solidFill>
                  <a:srgbClr val="000000"/>
                </a:solidFill>
                <a:effectLst/>
                <a:latin typeface="Adobe Caslon Pro" panose="0205050205050A020403" pitchFamily="18" charset="0"/>
              </a:rPr>
              <a:t>is_canceled</a:t>
            </a:r>
            <a:r>
              <a:rPr lang="en-US" sz="1800" dirty="0">
                <a:solidFill>
                  <a:srgbClr val="000000"/>
                </a:solidFill>
                <a:latin typeface="Adobe Caslon Pro" panose="0205050205050A020403" pitchFamily="18" charset="0"/>
              </a:rPr>
              <a:t> </a:t>
            </a:r>
            <a:r>
              <a:rPr lang="en-US" sz="1800" dirty="0" smtClean="0">
                <a:solidFill>
                  <a:srgbClr val="000000"/>
                </a:solidFill>
                <a:latin typeface="Adobe Caslon Pro" panose="0205050205050A020403" pitchFamily="18" charset="0"/>
              </a:rPr>
              <a:t>                          </a:t>
            </a:r>
            <a:r>
              <a:rPr lang="en-US" sz="1800" dirty="0" smtClean="0">
                <a:latin typeface="Adobe Caslon Pro" panose="0205050205050A020403" pitchFamily="18" charset="0"/>
              </a:rPr>
              <a:t> </a:t>
            </a:r>
            <a:r>
              <a:rPr lang="en-US" sz="1800" dirty="0" smtClean="0">
                <a:solidFill>
                  <a:srgbClr val="000000"/>
                </a:solidFill>
                <a:latin typeface="Adobe Caslon Pro" panose="0205050205050A020403" pitchFamily="18" charset="0"/>
              </a:rPr>
              <a:t>market_segment                                               deposit_type</a:t>
            </a:r>
            <a:endParaRPr lang="en-US" sz="1800" b="0" i="0" u="none" strike="noStrike" dirty="0" smtClean="0">
              <a:solidFill>
                <a:srgbClr val="000000"/>
              </a:solidFill>
              <a:effectLst/>
              <a:latin typeface="Adobe Caslon Pro" panose="0205050205050A020403" pitchFamily="18" charset="0"/>
            </a:endParaRPr>
          </a:p>
          <a:p>
            <a:r>
              <a:rPr lang="en-US" dirty="0" smtClean="0">
                <a:latin typeface="Adobe Caslon Pro" panose="0205050205050A020403" pitchFamily="18" charset="0"/>
              </a:rPr>
              <a:t> </a:t>
            </a:r>
            <a:r>
              <a:rPr lang="en-US" sz="1800" b="0" i="0" u="none" strike="noStrike" dirty="0" smtClean="0">
                <a:solidFill>
                  <a:srgbClr val="000000"/>
                </a:solidFill>
                <a:effectLst/>
                <a:latin typeface="Adobe Caslon Pro" panose="0205050205050A020403" pitchFamily="18" charset="0"/>
              </a:rPr>
              <a:t>lead_time</a:t>
            </a:r>
            <a:r>
              <a:rPr lang="en-US" sz="1800" dirty="0">
                <a:solidFill>
                  <a:srgbClr val="000000"/>
                </a:solidFill>
                <a:latin typeface="Adobe Caslon Pro" panose="0205050205050A020403" pitchFamily="18" charset="0"/>
              </a:rPr>
              <a:t> </a:t>
            </a:r>
            <a:r>
              <a:rPr lang="en-US" sz="1800" dirty="0" smtClean="0">
                <a:solidFill>
                  <a:srgbClr val="000000"/>
                </a:solidFill>
                <a:latin typeface="Adobe Caslon Pro" panose="0205050205050A020403" pitchFamily="18" charset="0"/>
              </a:rPr>
              <a:t>  </a:t>
            </a:r>
            <a:r>
              <a:rPr lang="en-US" sz="1800" dirty="0" smtClean="0">
                <a:latin typeface="Adobe Caslon Pro" panose="0205050205050A020403" pitchFamily="18" charset="0"/>
              </a:rPr>
              <a:t>                            </a:t>
            </a:r>
            <a:r>
              <a:rPr lang="en-US" sz="1800" dirty="0" smtClean="0">
                <a:solidFill>
                  <a:srgbClr val="000000"/>
                </a:solidFill>
                <a:latin typeface="Adobe Caslon Pro" panose="0205050205050A020403" pitchFamily="18" charset="0"/>
              </a:rPr>
              <a:t>distribution_channel                                        agent</a:t>
            </a:r>
            <a:endParaRPr lang="en-US" sz="1800" b="0" i="0" u="none" strike="noStrike" dirty="0" smtClean="0">
              <a:solidFill>
                <a:srgbClr val="000000"/>
              </a:solidFill>
              <a:effectLst/>
              <a:latin typeface="Adobe Caslon Pro" panose="0205050205050A020403" pitchFamily="18" charset="0"/>
            </a:endParaRPr>
          </a:p>
          <a:p>
            <a:r>
              <a:rPr lang="en-US" dirty="0" smtClean="0">
                <a:latin typeface="Adobe Caslon Pro" panose="0205050205050A020403" pitchFamily="18" charset="0"/>
              </a:rPr>
              <a:t> </a:t>
            </a:r>
            <a:r>
              <a:rPr lang="en-US" sz="1800" dirty="0" smtClean="0">
                <a:solidFill>
                  <a:srgbClr val="000000"/>
                </a:solidFill>
                <a:latin typeface="Adobe Caslon Pro" panose="0205050205050A020403" pitchFamily="18" charset="0"/>
              </a:rPr>
              <a:t>A</a:t>
            </a:r>
            <a:r>
              <a:rPr lang="en-US" sz="1800" b="0" i="0" u="none" strike="noStrike" dirty="0" smtClean="0">
                <a:solidFill>
                  <a:srgbClr val="000000"/>
                </a:solidFill>
                <a:effectLst/>
                <a:latin typeface="Adobe Caslon Pro" panose="0205050205050A020403" pitchFamily="18" charset="0"/>
              </a:rPr>
              <a:t>rrival </a:t>
            </a:r>
            <a:r>
              <a:rPr lang="en-US" sz="1800" dirty="0" smtClean="0">
                <a:solidFill>
                  <a:srgbClr val="000000"/>
                </a:solidFill>
                <a:latin typeface="Adobe Caslon Pro" panose="0205050205050A020403" pitchFamily="18" charset="0"/>
              </a:rPr>
              <a:t>Date                           is_repeated_guest                                             days_in_waiting_list</a:t>
            </a:r>
            <a:endParaRPr lang="en-US" sz="1800" b="0" i="0" u="none" strike="noStrike" dirty="0" smtClean="0">
              <a:solidFill>
                <a:srgbClr val="000000"/>
              </a:solidFill>
              <a:effectLst/>
              <a:latin typeface="Adobe Caslon Pro" panose="0205050205050A020403" pitchFamily="18" charset="0"/>
            </a:endParaRPr>
          </a:p>
          <a:p>
            <a:r>
              <a:rPr lang="en-US" dirty="0" smtClean="0">
                <a:latin typeface="Adobe Caslon Pro" panose="0205050205050A020403" pitchFamily="18" charset="0"/>
              </a:rPr>
              <a:t> </a:t>
            </a:r>
            <a:r>
              <a:rPr lang="en-US" sz="1800" b="0" i="0" u="none" strike="noStrike" dirty="0" smtClean="0">
                <a:solidFill>
                  <a:srgbClr val="000000"/>
                </a:solidFill>
                <a:effectLst/>
                <a:latin typeface="Adobe Caslon Pro" panose="0205050205050A020403" pitchFamily="18" charset="0"/>
              </a:rPr>
              <a:t>adults</a:t>
            </a:r>
            <a:r>
              <a:rPr lang="en-US" sz="1800" dirty="0">
                <a:solidFill>
                  <a:srgbClr val="000000"/>
                </a:solidFill>
                <a:latin typeface="Adobe Caslon Pro" panose="0205050205050A020403" pitchFamily="18" charset="0"/>
              </a:rPr>
              <a:t> </a:t>
            </a:r>
            <a:r>
              <a:rPr lang="en-US" sz="1800" b="0" i="0" u="none" strike="noStrike" dirty="0" smtClean="0">
                <a:solidFill>
                  <a:srgbClr val="000000"/>
                </a:solidFill>
                <a:effectLst/>
                <a:latin typeface="Adobe Caslon Pro" panose="0205050205050A020403" pitchFamily="18" charset="0"/>
              </a:rPr>
              <a:t>                                    </a:t>
            </a:r>
            <a:r>
              <a:rPr lang="en-US" dirty="0" smtClean="0">
                <a:latin typeface="Adobe Caslon Pro" panose="0205050205050A020403" pitchFamily="18" charset="0"/>
              </a:rPr>
              <a:t> </a:t>
            </a:r>
            <a:r>
              <a:rPr lang="en-US" sz="1800" dirty="0" smtClean="0">
                <a:solidFill>
                  <a:srgbClr val="000000"/>
                </a:solidFill>
                <a:latin typeface="Adobe Caslon Pro" panose="0205050205050A020403" pitchFamily="18" charset="0"/>
              </a:rPr>
              <a:t>previous_cancellations                                     customer_type</a:t>
            </a:r>
            <a:endParaRPr lang="en-US" sz="1800" dirty="0">
              <a:solidFill>
                <a:srgbClr val="000000"/>
              </a:solidFill>
              <a:latin typeface="Adobe Caslon Pro" panose="0205050205050A020403" pitchFamily="18" charset="0"/>
            </a:endParaRPr>
          </a:p>
          <a:p>
            <a:r>
              <a:rPr lang="en-US" sz="1800" dirty="0" smtClean="0">
                <a:latin typeface="Adobe Caslon Pro" panose="0205050205050A020403" pitchFamily="18" charset="0"/>
              </a:rPr>
              <a:t> </a:t>
            </a:r>
            <a:r>
              <a:rPr lang="en-US" sz="1800" b="0" i="0" u="none" strike="noStrike" dirty="0" smtClean="0">
                <a:solidFill>
                  <a:srgbClr val="000000"/>
                </a:solidFill>
                <a:effectLst/>
                <a:latin typeface="Adobe Caslon Pro" panose="0205050205050A020403" pitchFamily="18" charset="0"/>
              </a:rPr>
              <a:t>children</a:t>
            </a:r>
            <a:r>
              <a:rPr lang="en-US" sz="1800" dirty="0">
                <a:solidFill>
                  <a:srgbClr val="000000"/>
                </a:solidFill>
                <a:latin typeface="Adobe Caslon Pro" panose="0205050205050A020403" pitchFamily="18" charset="0"/>
              </a:rPr>
              <a:t> </a:t>
            </a:r>
            <a:r>
              <a:rPr lang="en-US" sz="1800" dirty="0" smtClean="0">
                <a:latin typeface="Adobe Caslon Pro" panose="0205050205050A020403" pitchFamily="18" charset="0"/>
              </a:rPr>
              <a:t>                                 </a:t>
            </a:r>
            <a:r>
              <a:rPr lang="en-US" sz="1800" dirty="0" smtClean="0">
                <a:solidFill>
                  <a:srgbClr val="000000"/>
                </a:solidFill>
                <a:latin typeface="Adobe Caslon Pro" panose="0205050205050A020403" pitchFamily="18" charset="0"/>
              </a:rPr>
              <a:t>previous_bookings_not_canceled                  Total </a:t>
            </a:r>
            <a:r>
              <a:rPr lang="en-US" sz="1800" dirty="0">
                <a:solidFill>
                  <a:srgbClr val="000000"/>
                </a:solidFill>
                <a:latin typeface="Adobe Caslon Pro" panose="0205050205050A020403" pitchFamily="18" charset="0"/>
              </a:rPr>
              <a:t>stays</a:t>
            </a:r>
            <a:endParaRPr lang="en-US" sz="1800" dirty="0" smtClean="0">
              <a:latin typeface="Adobe Caslon Pro" panose="0205050205050A020403" pitchFamily="18" charset="0"/>
            </a:endParaRPr>
          </a:p>
          <a:p>
            <a:r>
              <a:rPr lang="en-US" sz="1800" b="0" i="0" u="none" strike="noStrike" dirty="0" smtClean="0">
                <a:solidFill>
                  <a:srgbClr val="000000"/>
                </a:solidFill>
                <a:effectLst/>
                <a:latin typeface="Adobe Caslon Pro" panose="0205050205050A020403" pitchFamily="18" charset="0"/>
              </a:rPr>
              <a:t>Babies</a:t>
            </a:r>
            <a:r>
              <a:rPr lang="en-US" sz="1800" dirty="0" smtClean="0">
                <a:solidFill>
                  <a:srgbClr val="000000"/>
                </a:solidFill>
                <a:latin typeface="Adobe Caslon Pro" panose="0205050205050A020403" pitchFamily="18" charset="0"/>
              </a:rPr>
              <a:t>                                       reserved_room_type                                         total_of_special_requests</a:t>
            </a:r>
          </a:p>
          <a:p>
            <a:r>
              <a:rPr lang="en-US" sz="1800" b="0" i="0" u="none" strike="noStrike" dirty="0" smtClean="0">
                <a:solidFill>
                  <a:srgbClr val="000000"/>
                </a:solidFill>
                <a:effectLst/>
                <a:latin typeface="Adobe Caslon Pro" panose="0205050205050A020403" pitchFamily="18" charset="0"/>
              </a:rPr>
              <a:t>Total </a:t>
            </a:r>
            <a:r>
              <a:rPr lang="en-US" sz="1800" dirty="0">
                <a:solidFill>
                  <a:srgbClr val="000000"/>
                </a:solidFill>
                <a:latin typeface="Adobe Caslon Pro" panose="0205050205050A020403" pitchFamily="18" charset="0"/>
              </a:rPr>
              <a:t>People </a:t>
            </a:r>
            <a:r>
              <a:rPr lang="en-US" sz="1800" dirty="0" smtClean="0">
                <a:solidFill>
                  <a:srgbClr val="000000"/>
                </a:solidFill>
                <a:latin typeface="Adobe Caslon Pro" panose="0205050205050A020403" pitchFamily="18" charset="0"/>
              </a:rPr>
              <a:t>                           required_car_parking_spaces                         reservation_status_date</a:t>
            </a:r>
            <a:endParaRPr lang="en-US" sz="1800" b="0" i="0" u="none" strike="noStrike" dirty="0" smtClean="0">
              <a:solidFill>
                <a:srgbClr val="000000"/>
              </a:solidFill>
              <a:effectLst/>
              <a:latin typeface="Adobe Caslon Pro" panose="0205050205050A020403" pitchFamily="18" charset="0"/>
            </a:endParaRPr>
          </a:p>
          <a:p>
            <a:r>
              <a:rPr lang="en-US" dirty="0" smtClean="0">
                <a:latin typeface="Adobe Caslon Pro" panose="0205050205050A020403" pitchFamily="18" charset="0"/>
              </a:rPr>
              <a:t> </a:t>
            </a:r>
            <a:r>
              <a:rPr lang="en-US" sz="1800" b="0" i="0" u="none" strike="noStrike" dirty="0" smtClean="0">
                <a:solidFill>
                  <a:srgbClr val="000000"/>
                </a:solidFill>
                <a:effectLst/>
                <a:latin typeface="Adobe Caslon Pro" panose="0205050205050A020403" pitchFamily="18" charset="0"/>
              </a:rPr>
              <a:t>adr</a:t>
            </a:r>
            <a:r>
              <a:rPr lang="en-US" dirty="0" smtClean="0">
                <a:latin typeface="Adobe Caslon Pro" panose="0205050205050A020403" pitchFamily="18" charset="0"/>
              </a:rPr>
              <a:t>                                      </a:t>
            </a:r>
            <a:r>
              <a:rPr lang="en-US" sz="1800" b="0" i="0" u="none" strike="noStrike" dirty="0" smtClean="0">
                <a:solidFill>
                  <a:srgbClr val="000000"/>
                </a:solidFill>
                <a:effectLst/>
                <a:latin typeface="Adobe Caslon Pro" panose="0205050205050A020403" pitchFamily="18" charset="0"/>
              </a:rPr>
              <a:t>reservation_status                                              </a:t>
            </a:r>
            <a:r>
              <a:rPr lang="en-US" sz="1800" dirty="0" smtClean="0">
                <a:solidFill>
                  <a:srgbClr val="000000"/>
                </a:solidFill>
                <a:latin typeface="Adobe Caslon Pro" panose="0205050205050A020403" pitchFamily="18" charset="0"/>
              </a:rPr>
              <a:t>satisfaction </a:t>
            </a:r>
            <a:r>
              <a:rPr lang="en-US" sz="1800" dirty="0">
                <a:solidFill>
                  <a:srgbClr val="000000"/>
                </a:solidFill>
                <a:latin typeface="Adobe Caslon Pro" panose="0205050205050A020403" pitchFamily="18" charset="0"/>
              </a:rPr>
              <a:t>level</a:t>
            </a:r>
            <a:endParaRPr lang="en-IN" sz="1800" dirty="0">
              <a:solidFill>
                <a:srgbClr val="000000"/>
              </a:solidFill>
              <a:latin typeface="Adobe Caslon Pro" panose="0205050205050A020403" pitchFamily="18" charset="0"/>
            </a:endParaRPr>
          </a:p>
        </p:txBody>
      </p:sp>
    </p:spTree>
    <p:extLst>
      <p:ext uri="{BB962C8B-B14F-4D97-AF65-F5344CB8AC3E}">
        <p14:creationId xmlns:p14="http://schemas.microsoft.com/office/powerpoint/2010/main" val="11540691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DEFE3-52FF-D487-F5EF-1030CC91DB27}"/>
              </a:ext>
            </a:extLst>
          </p:cNvPr>
          <p:cNvSpPr>
            <a:spLocks noGrp="1"/>
          </p:cNvSpPr>
          <p:nvPr>
            <p:ph type="title"/>
          </p:nvPr>
        </p:nvSpPr>
        <p:spPr/>
        <p:txBody>
          <a:bodyPr/>
          <a:lstStyle/>
          <a:p>
            <a:r>
              <a:rPr lang="en-US" dirty="0"/>
              <a:t>What did you know about your dataset?</a:t>
            </a:r>
            <a:endParaRPr lang="en-IN" dirty="0"/>
          </a:p>
        </p:txBody>
      </p:sp>
      <p:sp>
        <p:nvSpPr>
          <p:cNvPr id="3" name="Content Placeholder 2">
            <a:extLst>
              <a:ext uri="{FF2B5EF4-FFF2-40B4-BE49-F238E27FC236}">
                <a16:creationId xmlns:a16="http://schemas.microsoft.com/office/drawing/2014/main" id="{9A64424C-D316-7DBC-F05D-C766991A70FF}"/>
              </a:ext>
            </a:extLst>
          </p:cNvPr>
          <p:cNvSpPr>
            <a:spLocks noGrp="1"/>
          </p:cNvSpPr>
          <p:nvPr>
            <p:ph idx="1"/>
          </p:nvPr>
        </p:nvSpPr>
        <p:spPr/>
        <p:txBody>
          <a:bodyPr>
            <a:normAutofit fontScale="92500" lnSpcReduction="20000"/>
          </a:bodyPr>
          <a:lstStyle/>
          <a:p>
            <a:r>
              <a:rPr lang="en-US" dirty="0"/>
              <a:t>In order to identify significant factors that impact hotel bookings, we must examine and analyze the provided dataset. </a:t>
            </a:r>
            <a:r>
              <a:rPr lang="en-US" dirty="0" smtClean="0"/>
              <a:t> </a:t>
            </a:r>
            <a:r>
              <a:rPr lang="en-US" dirty="0"/>
              <a:t>The duplicate value count is 31994 rows.</a:t>
            </a:r>
          </a:p>
          <a:p>
            <a:r>
              <a:rPr lang="en-US" dirty="0" smtClean="0"/>
              <a:t>There </a:t>
            </a:r>
            <a:r>
              <a:rPr lang="en-US" dirty="0"/>
              <a:t>are </a:t>
            </a:r>
            <a:r>
              <a:rPr lang="en-US" dirty="0" smtClean="0"/>
              <a:t>95% Null records in company column so that I have remove company column.</a:t>
            </a:r>
          </a:p>
          <a:p>
            <a:r>
              <a:rPr lang="en-US" dirty="0" smtClean="0"/>
              <a:t>We use Booking Id as primary key.</a:t>
            </a:r>
          </a:p>
          <a:p>
            <a:r>
              <a:rPr lang="en-US" dirty="0" smtClean="0"/>
              <a:t>We add satisfaction level column to improve the service quality.</a:t>
            </a:r>
            <a:endParaRPr lang="en-US" dirty="0"/>
          </a:p>
          <a:p>
            <a:r>
              <a:rPr lang="en-US" dirty="0" smtClean="0"/>
              <a:t>There </a:t>
            </a:r>
            <a:r>
              <a:rPr lang="en-US" dirty="0"/>
              <a:t>are separate columns called adults, children and babies that show the total number of people who are coming to visit, so instead of different columns will add these three in one called T</a:t>
            </a:r>
            <a:r>
              <a:rPr lang="en-US" dirty="0" smtClean="0"/>
              <a:t>otal people</a:t>
            </a:r>
            <a:r>
              <a:rPr lang="en-US" dirty="0" smtClean="0"/>
              <a:t>.</a:t>
            </a:r>
          </a:p>
          <a:p>
            <a:r>
              <a:rPr lang="en-US" dirty="0" smtClean="0"/>
              <a:t>After data cleaning and transforming, the </a:t>
            </a:r>
            <a:r>
              <a:rPr lang="en-US" dirty="0"/>
              <a:t>dataset consists of 30 columns and </a:t>
            </a:r>
            <a:r>
              <a:rPr lang="en-US" dirty="0" smtClean="0"/>
              <a:t>87,220</a:t>
            </a:r>
            <a:r>
              <a:rPr lang="en-US" dirty="0"/>
              <a:t> rows.</a:t>
            </a:r>
          </a:p>
          <a:p>
            <a:endParaRPr lang="en-IN" dirty="0"/>
          </a:p>
        </p:txBody>
      </p:sp>
    </p:spTree>
    <p:extLst>
      <p:ext uri="{BB962C8B-B14F-4D97-AF65-F5344CB8AC3E}">
        <p14:creationId xmlns:p14="http://schemas.microsoft.com/office/powerpoint/2010/main" val="87512994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53A09-04A7-083D-7C21-57ACF7456821}"/>
              </a:ext>
            </a:extLst>
          </p:cNvPr>
          <p:cNvSpPr>
            <a:spLocks noGrp="1"/>
          </p:cNvSpPr>
          <p:nvPr>
            <p:ph type="title"/>
          </p:nvPr>
        </p:nvSpPr>
        <p:spPr/>
        <p:txBody>
          <a:bodyPr/>
          <a:lstStyle/>
          <a:p>
            <a:r>
              <a:rPr lang="en-IN" b="1" i="0" dirty="0">
                <a:effectLst/>
                <a:latin typeface="-apple-system"/>
              </a:rPr>
              <a:t>Variables Description</a:t>
            </a:r>
            <a:br>
              <a:rPr lang="en-IN" b="1" i="0" dirty="0">
                <a:effectLst/>
                <a:latin typeface="-apple-system"/>
              </a:rPr>
            </a:br>
            <a:endParaRPr lang="en-IN" dirty="0"/>
          </a:p>
        </p:txBody>
      </p:sp>
      <p:sp>
        <p:nvSpPr>
          <p:cNvPr id="3" name="Content Placeholder 2">
            <a:extLst>
              <a:ext uri="{FF2B5EF4-FFF2-40B4-BE49-F238E27FC236}">
                <a16:creationId xmlns:a16="http://schemas.microsoft.com/office/drawing/2014/main" id="{13AAC1AF-45A9-AB15-BC9C-72488F7E8F98}"/>
              </a:ext>
            </a:extLst>
          </p:cNvPr>
          <p:cNvSpPr>
            <a:spLocks noGrp="1"/>
          </p:cNvSpPr>
          <p:nvPr>
            <p:ph idx="1"/>
          </p:nvPr>
        </p:nvSpPr>
        <p:spPr>
          <a:xfrm>
            <a:off x="1451579" y="1853754"/>
            <a:ext cx="10388968" cy="4117838"/>
          </a:xfrm>
        </p:spPr>
        <p:txBody>
          <a:bodyPr>
            <a:normAutofit fontScale="77500" lnSpcReduction="20000"/>
          </a:bodyPr>
          <a:lstStyle/>
          <a:p>
            <a:pPr algn="l">
              <a:buFont typeface="Arial" panose="020B0604020202020204" pitchFamily="34" charset="0"/>
              <a:buChar char="•"/>
            </a:pPr>
            <a:r>
              <a:rPr lang="en-US" b="0" i="0" dirty="0" smtClean="0">
                <a:effectLst/>
                <a:latin typeface="-apple-system"/>
              </a:rPr>
              <a:t>Booking Id- </a:t>
            </a:r>
            <a:r>
              <a:rPr lang="en-US" b="1" i="0" dirty="0" smtClean="0">
                <a:effectLst/>
                <a:latin typeface="-apple-system"/>
              </a:rPr>
              <a:t>For sequence data</a:t>
            </a:r>
          </a:p>
          <a:p>
            <a:pPr algn="l">
              <a:buFont typeface="Arial" panose="020B0604020202020204" pitchFamily="34" charset="0"/>
              <a:buChar char="•"/>
            </a:pPr>
            <a:r>
              <a:rPr lang="en-US" b="0" i="0" dirty="0" smtClean="0">
                <a:effectLst/>
                <a:latin typeface="-apple-system"/>
              </a:rPr>
              <a:t>hotel </a:t>
            </a:r>
            <a:r>
              <a:rPr lang="en-US" b="0" i="0" dirty="0">
                <a:effectLst/>
                <a:latin typeface="-apple-system"/>
              </a:rPr>
              <a:t>- </a:t>
            </a:r>
            <a:r>
              <a:rPr lang="en-US" b="1" i="0" dirty="0">
                <a:effectLst/>
                <a:latin typeface="-apple-system"/>
              </a:rPr>
              <a:t>Type of hotel(Resort or City).</a:t>
            </a:r>
            <a:endParaRPr lang="en-US" b="0" i="0" dirty="0">
              <a:effectLst/>
              <a:latin typeface="-apple-system"/>
            </a:endParaRPr>
          </a:p>
          <a:p>
            <a:pPr algn="l">
              <a:buFont typeface="Arial" panose="020B0604020202020204" pitchFamily="34" charset="0"/>
              <a:buChar char="•"/>
            </a:pPr>
            <a:r>
              <a:rPr lang="en-US" b="0" i="0" dirty="0">
                <a:effectLst/>
                <a:latin typeface="-apple-system"/>
              </a:rPr>
              <a:t>is_canceld - </a:t>
            </a:r>
            <a:r>
              <a:rPr lang="en-US" b="1" i="0" dirty="0">
                <a:effectLst/>
                <a:latin typeface="-apple-system"/>
              </a:rPr>
              <a:t>If there was booking cancel(0) or not(1).</a:t>
            </a:r>
            <a:endParaRPr lang="en-US" b="0" i="0" dirty="0">
              <a:effectLst/>
              <a:latin typeface="-apple-system"/>
            </a:endParaRPr>
          </a:p>
          <a:p>
            <a:pPr algn="l">
              <a:buFont typeface="Arial" panose="020B0604020202020204" pitchFamily="34" charset="0"/>
              <a:buChar char="•"/>
            </a:pPr>
            <a:r>
              <a:rPr lang="en-US" b="0" i="0" dirty="0">
                <a:effectLst/>
                <a:latin typeface="-apple-system"/>
              </a:rPr>
              <a:t>lead time - </a:t>
            </a:r>
            <a:r>
              <a:rPr lang="en-US" b="1" i="0" dirty="0">
                <a:effectLst/>
                <a:latin typeface="-apple-system"/>
              </a:rPr>
              <a:t>The number of days between time books their room to arrive hotel.</a:t>
            </a:r>
            <a:endParaRPr lang="en-US" b="0" i="0" dirty="0">
              <a:effectLst/>
              <a:latin typeface="-apple-system"/>
            </a:endParaRPr>
          </a:p>
          <a:p>
            <a:pPr algn="l">
              <a:buFont typeface="Arial" panose="020B0604020202020204" pitchFamily="34" charset="0"/>
              <a:buChar char="•"/>
            </a:pPr>
            <a:r>
              <a:rPr lang="en-US" b="0" i="0" dirty="0" smtClean="0">
                <a:effectLst/>
                <a:latin typeface="-apple-system"/>
              </a:rPr>
              <a:t>Arrival Date </a:t>
            </a:r>
            <a:r>
              <a:rPr lang="en-US" b="0" i="0" dirty="0">
                <a:effectLst/>
                <a:latin typeface="-apple-system"/>
              </a:rPr>
              <a:t>- </a:t>
            </a:r>
            <a:r>
              <a:rPr lang="en-US" b="1" i="0" dirty="0" smtClean="0">
                <a:effectLst/>
                <a:latin typeface="-apple-system"/>
              </a:rPr>
              <a:t>Year, Month &amp; Date </a:t>
            </a:r>
            <a:r>
              <a:rPr lang="en-US" b="1" i="0" dirty="0">
                <a:effectLst/>
                <a:latin typeface="-apple-system"/>
              </a:rPr>
              <a:t>of </a:t>
            </a:r>
            <a:r>
              <a:rPr lang="en-US" b="1" dirty="0">
                <a:latin typeface="-apple-system"/>
              </a:rPr>
              <a:t> </a:t>
            </a:r>
            <a:r>
              <a:rPr lang="en-US" b="1" dirty="0" smtClean="0">
                <a:latin typeface="-apple-system"/>
              </a:rPr>
              <a:t>visit the hotel</a:t>
            </a:r>
            <a:endParaRPr lang="en-US" b="0" i="0" dirty="0">
              <a:effectLst/>
              <a:latin typeface="-apple-system"/>
            </a:endParaRPr>
          </a:p>
          <a:p>
            <a:pPr algn="l">
              <a:buFont typeface="Arial" panose="020B0604020202020204" pitchFamily="34" charset="0"/>
              <a:buChar char="•"/>
            </a:pPr>
            <a:r>
              <a:rPr lang="en-US" dirty="0" smtClean="0">
                <a:latin typeface="-apple-system"/>
              </a:rPr>
              <a:t>Total stays</a:t>
            </a:r>
            <a:r>
              <a:rPr lang="en-US" b="0" i="0" dirty="0" smtClean="0">
                <a:effectLst/>
                <a:latin typeface="-apple-system"/>
              </a:rPr>
              <a:t> </a:t>
            </a:r>
            <a:r>
              <a:rPr lang="en-US" b="0" i="0" dirty="0">
                <a:effectLst/>
                <a:latin typeface="-apple-system"/>
              </a:rPr>
              <a:t>- </a:t>
            </a:r>
            <a:r>
              <a:rPr lang="en-US" b="1" i="0" dirty="0">
                <a:effectLst/>
                <a:latin typeface="-apple-system"/>
              </a:rPr>
              <a:t>No. of </a:t>
            </a:r>
            <a:r>
              <a:rPr lang="en-US" b="1" dirty="0" smtClean="0">
                <a:latin typeface="-apple-system"/>
              </a:rPr>
              <a:t>days including weekend</a:t>
            </a:r>
            <a:r>
              <a:rPr lang="en-US" b="1" i="0" dirty="0" smtClean="0">
                <a:effectLst/>
                <a:latin typeface="-apple-system"/>
              </a:rPr>
              <a:t> </a:t>
            </a:r>
            <a:r>
              <a:rPr lang="en-US" b="1" i="0" dirty="0">
                <a:effectLst/>
                <a:latin typeface="-apple-system"/>
              </a:rPr>
              <a:t>spend by guest at hotel.</a:t>
            </a:r>
          </a:p>
          <a:p>
            <a:pPr algn="l">
              <a:buFont typeface="Arial" panose="020B0604020202020204" pitchFamily="34" charset="0"/>
              <a:buChar char="•"/>
            </a:pPr>
            <a:r>
              <a:rPr lang="en-US" sz="2000" b="0" i="0" dirty="0" smtClean="0">
                <a:effectLst/>
                <a:latin typeface="-apple-system"/>
              </a:rPr>
              <a:t>adults </a:t>
            </a:r>
            <a:r>
              <a:rPr lang="en-US" sz="2000" b="0" i="0" dirty="0">
                <a:effectLst/>
                <a:latin typeface="-apple-system"/>
              </a:rPr>
              <a:t>- </a:t>
            </a:r>
            <a:r>
              <a:rPr lang="en-US" sz="2000" b="1" i="0" dirty="0">
                <a:effectLst/>
                <a:latin typeface="-apple-system"/>
              </a:rPr>
              <a:t>No. of adults among guest.</a:t>
            </a:r>
            <a:endParaRPr lang="en-US" sz="2000" b="0" i="0" dirty="0">
              <a:effectLst/>
              <a:latin typeface="-apple-system"/>
            </a:endParaRPr>
          </a:p>
          <a:p>
            <a:pPr algn="l">
              <a:buFont typeface="Arial" panose="020B0604020202020204" pitchFamily="34" charset="0"/>
              <a:buChar char="•"/>
            </a:pPr>
            <a:r>
              <a:rPr lang="en-US" sz="2000" b="0" i="0" dirty="0">
                <a:effectLst/>
                <a:latin typeface="-apple-system"/>
              </a:rPr>
              <a:t>children - </a:t>
            </a:r>
            <a:r>
              <a:rPr lang="en-US" sz="2000" b="1" i="0" dirty="0">
                <a:effectLst/>
                <a:latin typeface="-apple-system"/>
              </a:rPr>
              <a:t>No. of children among guest</a:t>
            </a:r>
            <a:r>
              <a:rPr lang="en-US" sz="2000" b="1" i="0" dirty="0" smtClean="0">
                <a:effectLst/>
                <a:latin typeface="-apple-system"/>
              </a:rPr>
              <a:t>.</a:t>
            </a:r>
          </a:p>
          <a:p>
            <a:r>
              <a:rPr lang="en-US" dirty="0">
                <a:latin typeface="-apple-system"/>
              </a:rPr>
              <a:t>babies - </a:t>
            </a:r>
            <a:r>
              <a:rPr lang="en-US" b="1" dirty="0">
                <a:latin typeface="-apple-system"/>
              </a:rPr>
              <a:t>No. of babies among guest.</a:t>
            </a:r>
            <a:endParaRPr lang="en-US" dirty="0">
              <a:latin typeface="-apple-system"/>
            </a:endParaRPr>
          </a:p>
          <a:p>
            <a:r>
              <a:rPr lang="en-US" dirty="0">
                <a:latin typeface="-apple-system"/>
              </a:rPr>
              <a:t>meal - </a:t>
            </a:r>
            <a:r>
              <a:rPr lang="en-US" b="1" dirty="0">
                <a:latin typeface="-apple-system"/>
              </a:rPr>
              <a:t>Type of meal booked by guest.</a:t>
            </a:r>
            <a:endParaRPr lang="en-US" dirty="0">
              <a:latin typeface="-apple-system"/>
            </a:endParaRPr>
          </a:p>
          <a:p>
            <a:r>
              <a:rPr lang="en-US" dirty="0">
                <a:latin typeface="-apple-system"/>
              </a:rPr>
              <a:t>country - </a:t>
            </a:r>
            <a:r>
              <a:rPr lang="en-US" b="1" dirty="0">
                <a:latin typeface="-apple-system"/>
              </a:rPr>
              <a:t>Country of guest.</a:t>
            </a:r>
            <a:endParaRPr lang="en-US" dirty="0">
              <a:latin typeface="-apple-system"/>
            </a:endParaRPr>
          </a:p>
          <a:p>
            <a:pPr algn="l">
              <a:buFont typeface="Arial" panose="020B0604020202020204" pitchFamily="34" charset="0"/>
              <a:buChar char="•"/>
            </a:pPr>
            <a:endParaRPr lang="en-US" sz="2000" b="0" i="0" dirty="0">
              <a:effectLst/>
              <a:latin typeface="-apple-system"/>
            </a:endParaRPr>
          </a:p>
          <a:p>
            <a:pPr algn="l">
              <a:buFont typeface="Arial" panose="020B0604020202020204" pitchFamily="34" charset="0"/>
              <a:buChar char="•"/>
            </a:pPr>
            <a:endParaRPr lang="en-US" b="1" i="0" dirty="0">
              <a:effectLst/>
              <a:latin typeface="-apple-system"/>
            </a:endParaRPr>
          </a:p>
          <a:p>
            <a:endParaRPr lang="en-IN" dirty="0"/>
          </a:p>
        </p:txBody>
      </p:sp>
    </p:spTree>
    <p:extLst>
      <p:ext uri="{BB962C8B-B14F-4D97-AF65-F5344CB8AC3E}">
        <p14:creationId xmlns:p14="http://schemas.microsoft.com/office/powerpoint/2010/main" val="73599223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11EB1-CF65-A511-5771-38A67E18F6F3}"/>
              </a:ext>
            </a:extLst>
          </p:cNvPr>
          <p:cNvSpPr>
            <a:spLocks noGrp="1"/>
          </p:cNvSpPr>
          <p:nvPr>
            <p:ph type="title"/>
          </p:nvPr>
        </p:nvSpPr>
        <p:spPr>
          <a:xfrm>
            <a:off x="1451579" y="699796"/>
            <a:ext cx="9603275" cy="1049235"/>
          </a:xfrm>
        </p:spPr>
        <p:txBody>
          <a:bodyPr/>
          <a:lstStyle/>
          <a:p>
            <a:r>
              <a:rPr lang="en-IN" b="1" i="0" dirty="0">
                <a:effectLst/>
                <a:latin typeface="-apple-system"/>
              </a:rPr>
              <a:t>Variables Description</a:t>
            </a:r>
            <a:br>
              <a:rPr lang="en-IN" b="1" i="0" dirty="0">
                <a:effectLst/>
                <a:latin typeface="-apple-system"/>
              </a:rPr>
            </a:br>
            <a:endParaRPr lang="en-IN" dirty="0"/>
          </a:p>
        </p:txBody>
      </p:sp>
      <p:sp>
        <p:nvSpPr>
          <p:cNvPr id="3" name="Content Placeholder 2">
            <a:extLst>
              <a:ext uri="{FF2B5EF4-FFF2-40B4-BE49-F238E27FC236}">
                <a16:creationId xmlns:a16="http://schemas.microsoft.com/office/drawing/2014/main" id="{8042437A-4B5A-80BC-1666-F59BF7BD3E17}"/>
              </a:ext>
            </a:extLst>
          </p:cNvPr>
          <p:cNvSpPr>
            <a:spLocks noGrp="1"/>
          </p:cNvSpPr>
          <p:nvPr>
            <p:ph idx="1"/>
          </p:nvPr>
        </p:nvSpPr>
        <p:spPr>
          <a:xfrm>
            <a:off x="1020418" y="1484243"/>
            <a:ext cx="11375970" cy="4673962"/>
          </a:xfrm>
        </p:spPr>
        <p:txBody>
          <a:bodyPr>
            <a:normAutofit fontScale="85000" lnSpcReduction="20000"/>
          </a:bodyPr>
          <a:lstStyle/>
          <a:p>
            <a:pPr algn="l">
              <a:buFont typeface="Arial" panose="020B0604020202020204" pitchFamily="34" charset="0"/>
              <a:buChar char="•"/>
            </a:pPr>
            <a:endParaRPr lang="en-US" b="0" i="0" dirty="0">
              <a:effectLst/>
              <a:latin typeface="-apple-system"/>
            </a:endParaRPr>
          </a:p>
          <a:p>
            <a:pPr algn="l">
              <a:buFont typeface="Arial" panose="020B0604020202020204" pitchFamily="34" charset="0"/>
              <a:buChar char="•"/>
            </a:pPr>
            <a:r>
              <a:rPr lang="en-US" b="0" i="0" dirty="0" smtClean="0">
                <a:effectLst/>
                <a:latin typeface="-apple-system"/>
              </a:rPr>
              <a:t>market_segment </a:t>
            </a:r>
            <a:r>
              <a:rPr lang="en-US" b="0" i="0" dirty="0">
                <a:effectLst/>
                <a:latin typeface="-apple-system"/>
              </a:rPr>
              <a:t>- </a:t>
            </a:r>
            <a:r>
              <a:rPr lang="en-US" b="1" i="0" dirty="0">
                <a:effectLst/>
                <a:latin typeface="-apple-system"/>
              </a:rPr>
              <a:t>grouping into categories based on their booking patterns and travel habits.</a:t>
            </a:r>
            <a:endParaRPr lang="en-US" b="0" i="0" dirty="0">
              <a:effectLst/>
              <a:latin typeface="-apple-system"/>
            </a:endParaRPr>
          </a:p>
          <a:p>
            <a:pPr algn="l">
              <a:buFont typeface="Arial" panose="020B0604020202020204" pitchFamily="34" charset="0"/>
              <a:buChar char="•"/>
            </a:pPr>
            <a:r>
              <a:rPr lang="en-US" b="0" i="0" dirty="0">
                <a:effectLst/>
                <a:latin typeface="-apple-system"/>
              </a:rPr>
              <a:t>distribution_channel - </a:t>
            </a:r>
            <a:r>
              <a:rPr lang="en-US" b="1" i="0" dirty="0">
                <a:effectLst/>
                <a:latin typeface="-apple-system"/>
              </a:rPr>
              <a:t>Name of booking distribution channel.</a:t>
            </a:r>
            <a:endParaRPr lang="en-US" b="0" i="0" dirty="0">
              <a:effectLst/>
              <a:latin typeface="-apple-system"/>
            </a:endParaRPr>
          </a:p>
          <a:p>
            <a:pPr algn="l">
              <a:buFont typeface="Arial" panose="020B0604020202020204" pitchFamily="34" charset="0"/>
              <a:buChar char="•"/>
            </a:pPr>
            <a:r>
              <a:rPr lang="en-US" b="0" i="0" dirty="0">
                <a:effectLst/>
                <a:latin typeface="-apple-system"/>
              </a:rPr>
              <a:t>is_repeated_guest - </a:t>
            </a:r>
            <a:r>
              <a:rPr lang="en-US" b="1" i="0" dirty="0">
                <a:effectLst/>
                <a:latin typeface="-apple-system"/>
              </a:rPr>
              <a:t>If the booking was from repeated by guest(1) or not(0).</a:t>
            </a:r>
            <a:endParaRPr lang="en-US" b="0" i="0" dirty="0">
              <a:effectLst/>
              <a:latin typeface="-apple-system"/>
            </a:endParaRPr>
          </a:p>
          <a:p>
            <a:pPr algn="l">
              <a:buFont typeface="Arial" panose="020B0604020202020204" pitchFamily="34" charset="0"/>
              <a:buChar char="•"/>
            </a:pPr>
            <a:r>
              <a:rPr lang="en-US" b="0" i="0" dirty="0">
                <a:effectLst/>
                <a:latin typeface="-apple-system"/>
              </a:rPr>
              <a:t>previous_cancelletions - </a:t>
            </a:r>
            <a:r>
              <a:rPr lang="en-US" b="1" i="0" dirty="0">
                <a:effectLst/>
                <a:latin typeface="-apple-system"/>
              </a:rPr>
              <a:t>No. of previous booking that were cancelled by the customer prior to the customer booking.</a:t>
            </a:r>
            <a:endParaRPr lang="en-US" b="0" i="0" dirty="0">
              <a:effectLst/>
              <a:latin typeface="-apple-system"/>
            </a:endParaRPr>
          </a:p>
          <a:p>
            <a:pPr algn="l">
              <a:buFont typeface="Arial" panose="020B0604020202020204" pitchFamily="34" charset="0"/>
              <a:buChar char="•"/>
            </a:pPr>
            <a:r>
              <a:rPr lang="en-US" b="0" i="0" dirty="0">
                <a:effectLst/>
                <a:latin typeface="-apple-system"/>
              </a:rPr>
              <a:t>previous_booking_not_canceled - </a:t>
            </a:r>
            <a:r>
              <a:rPr lang="en-US" b="1" i="0" dirty="0">
                <a:effectLst/>
                <a:latin typeface="-apple-system"/>
              </a:rPr>
              <a:t>No. of previous booking that were not cancelled by the customer prior to the customer booking.</a:t>
            </a:r>
          </a:p>
          <a:p>
            <a:pPr algn="l">
              <a:buFont typeface="Arial" panose="020B0604020202020204" pitchFamily="34" charset="0"/>
              <a:buChar char="•"/>
            </a:pPr>
            <a:r>
              <a:rPr lang="en-US" dirty="0">
                <a:latin typeface="-apple-system"/>
              </a:rPr>
              <a:t>reserved_room_type</a:t>
            </a:r>
            <a:r>
              <a:rPr lang="en-US" sz="2300" b="0" i="0" dirty="0">
                <a:effectLst/>
                <a:latin typeface="-apple-system"/>
              </a:rPr>
              <a:t> - </a:t>
            </a:r>
            <a:r>
              <a:rPr lang="en-US" b="1" i="0" dirty="0">
                <a:effectLst/>
                <a:latin typeface="-apple-system"/>
              </a:rPr>
              <a:t>Code of room type </a:t>
            </a:r>
            <a:r>
              <a:rPr lang="en-US" b="1" dirty="0">
                <a:latin typeface="-apple-system"/>
              </a:rPr>
              <a:t>reserved.</a:t>
            </a:r>
          </a:p>
          <a:p>
            <a:pPr algn="l">
              <a:buFont typeface="Arial" panose="020B0604020202020204" pitchFamily="34" charset="0"/>
              <a:buChar char="•"/>
            </a:pPr>
            <a:r>
              <a:rPr lang="en-US" dirty="0">
                <a:latin typeface="-apple-system"/>
              </a:rPr>
              <a:t>assigned_room_type</a:t>
            </a:r>
            <a:r>
              <a:rPr lang="en-US" sz="2300" b="0" i="0" dirty="0">
                <a:effectLst/>
                <a:latin typeface="-apple-system"/>
              </a:rPr>
              <a:t> - </a:t>
            </a:r>
            <a:r>
              <a:rPr lang="en-US" b="1" dirty="0">
                <a:latin typeface="-apple-system"/>
              </a:rPr>
              <a:t>code of room type reserved</a:t>
            </a:r>
            <a:r>
              <a:rPr lang="en-US" sz="2300" b="1" i="0" dirty="0">
                <a:effectLst/>
                <a:latin typeface="-apple-system"/>
              </a:rPr>
              <a:t>.</a:t>
            </a:r>
            <a:endParaRPr lang="en-US" sz="2300" b="0" i="0" dirty="0">
              <a:effectLst/>
              <a:latin typeface="-apple-system"/>
            </a:endParaRPr>
          </a:p>
          <a:p>
            <a:pPr algn="l">
              <a:buFont typeface="Arial" panose="020B0604020202020204" pitchFamily="34" charset="0"/>
              <a:buChar char="•"/>
            </a:pPr>
            <a:r>
              <a:rPr lang="en-US" dirty="0">
                <a:latin typeface="-apple-system"/>
              </a:rPr>
              <a:t>booking_changes</a:t>
            </a:r>
            <a:r>
              <a:rPr lang="en-US" sz="2300" b="0" i="0" dirty="0">
                <a:effectLst/>
                <a:latin typeface="-apple-system"/>
              </a:rPr>
              <a:t> -</a:t>
            </a:r>
            <a:r>
              <a:rPr lang="en-US" b="1" dirty="0">
                <a:latin typeface="-apple-system"/>
              </a:rPr>
              <a:t> No. </a:t>
            </a:r>
            <a:r>
              <a:rPr lang="en-US" b="1" dirty="0">
                <a:latin typeface="-apple-system"/>
              </a:rPr>
              <a:t>of changes made to the booking</a:t>
            </a:r>
            <a:r>
              <a:rPr lang="en-US" b="1" dirty="0" smtClean="0">
                <a:latin typeface="-apple-system"/>
              </a:rPr>
              <a:t>.</a:t>
            </a:r>
          </a:p>
          <a:p>
            <a:pPr algn="l">
              <a:buFont typeface="Arial" panose="020B0604020202020204" pitchFamily="34" charset="0"/>
              <a:buChar char="•"/>
            </a:pPr>
            <a:r>
              <a:rPr lang="en-US" dirty="0">
                <a:latin typeface="-apple-system"/>
              </a:rPr>
              <a:t>Satisfaction Level- </a:t>
            </a:r>
            <a:r>
              <a:rPr lang="en-US" b="1" dirty="0" smtClean="0">
                <a:latin typeface="-apple-system"/>
              </a:rPr>
              <a:t>For better quality service</a:t>
            </a:r>
            <a:endParaRPr lang="en-US" b="1" dirty="0">
              <a:latin typeface="-apple-system"/>
            </a:endParaRPr>
          </a:p>
          <a:p>
            <a:endParaRPr lang="en-IN" dirty="0"/>
          </a:p>
        </p:txBody>
      </p:sp>
    </p:spTree>
    <p:extLst>
      <p:ext uri="{BB962C8B-B14F-4D97-AF65-F5344CB8AC3E}">
        <p14:creationId xmlns:p14="http://schemas.microsoft.com/office/powerpoint/2010/main" val="160148910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2B496-F3C5-A071-63A6-8693D8B2F3C5}"/>
              </a:ext>
            </a:extLst>
          </p:cNvPr>
          <p:cNvSpPr>
            <a:spLocks noGrp="1"/>
          </p:cNvSpPr>
          <p:nvPr>
            <p:ph type="title"/>
          </p:nvPr>
        </p:nvSpPr>
        <p:spPr/>
        <p:txBody>
          <a:bodyPr/>
          <a:lstStyle/>
          <a:p>
            <a:r>
              <a:rPr lang="en-IN" b="1" i="0" dirty="0">
                <a:effectLst/>
                <a:latin typeface="-apple-system"/>
              </a:rPr>
              <a:t>Variables Description</a:t>
            </a:r>
            <a:br>
              <a:rPr lang="en-IN" b="1" i="0" dirty="0">
                <a:effectLst/>
                <a:latin typeface="-apple-system"/>
              </a:rPr>
            </a:br>
            <a:endParaRPr lang="en-IN" dirty="0"/>
          </a:p>
        </p:txBody>
      </p:sp>
      <p:sp>
        <p:nvSpPr>
          <p:cNvPr id="3" name="Content Placeholder 2">
            <a:extLst>
              <a:ext uri="{FF2B5EF4-FFF2-40B4-BE49-F238E27FC236}">
                <a16:creationId xmlns:a16="http://schemas.microsoft.com/office/drawing/2014/main" id="{5FCB161E-ED9A-4E9F-0F1F-194F2E4CAAC8}"/>
              </a:ext>
            </a:extLst>
          </p:cNvPr>
          <p:cNvSpPr>
            <a:spLocks noGrp="1"/>
          </p:cNvSpPr>
          <p:nvPr>
            <p:ph idx="1"/>
          </p:nvPr>
        </p:nvSpPr>
        <p:spPr>
          <a:xfrm>
            <a:off x="1451579" y="1853754"/>
            <a:ext cx="10310326" cy="4276458"/>
          </a:xfrm>
        </p:spPr>
        <p:txBody>
          <a:bodyPr>
            <a:normAutofit fontScale="85000" lnSpcReduction="20000"/>
          </a:bodyPr>
          <a:lstStyle/>
          <a:p>
            <a:pPr marL="0" indent="0">
              <a:buNone/>
            </a:pPr>
            <a:endParaRPr lang="en-US" b="0" i="0" dirty="0">
              <a:effectLst/>
              <a:latin typeface="-apple-system"/>
            </a:endParaRPr>
          </a:p>
          <a:p>
            <a:r>
              <a:rPr lang="en-US" b="0" i="0" dirty="0">
                <a:effectLst/>
                <a:latin typeface="-apple-system"/>
              </a:rPr>
              <a:t>deposit_type - </a:t>
            </a:r>
            <a:r>
              <a:rPr lang="en-US" b="1" i="0" dirty="0">
                <a:effectLst/>
                <a:latin typeface="-apple-system"/>
              </a:rPr>
              <a:t>Type of the deposit made by the guest.</a:t>
            </a:r>
            <a:endParaRPr lang="en-US" b="0" i="0" dirty="0">
              <a:effectLst/>
              <a:latin typeface="-apple-system"/>
            </a:endParaRPr>
          </a:p>
          <a:p>
            <a:pPr algn="l">
              <a:buFont typeface="Arial" panose="020B0604020202020204" pitchFamily="34" charset="0"/>
              <a:buChar char="•"/>
            </a:pPr>
            <a:r>
              <a:rPr lang="en-US" b="0" i="0" dirty="0">
                <a:effectLst/>
                <a:latin typeface="-apple-system"/>
              </a:rPr>
              <a:t>agent - </a:t>
            </a:r>
            <a:r>
              <a:rPr lang="en-US" b="1" i="0" dirty="0">
                <a:effectLst/>
                <a:latin typeface="-apple-system"/>
              </a:rPr>
              <a:t>Id of the agent who made the booking.</a:t>
            </a:r>
            <a:endParaRPr lang="en-US" b="0" i="0" dirty="0">
              <a:effectLst/>
              <a:latin typeface="-apple-system"/>
            </a:endParaRPr>
          </a:p>
          <a:p>
            <a:pPr algn="l">
              <a:buFont typeface="Arial" panose="020B0604020202020204" pitchFamily="34" charset="0"/>
              <a:buChar char="•"/>
            </a:pPr>
            <a:r>
              <a:rPr lang="en-US" b="0" i="0" dirty="0" smtClean="0">
                <a:effectLst/>
                <a:latin typeface="-apple-system"/>
              </a:rPr>
              <a:t>days_in_waiting_list </a:t>
            </a:r>
            <a:r>
              <a:rPr lang="en-US" b="0" i="0" dirty="0">
                <a:effectLst/>
                <a:latin typeface="-apple-system"/>
              </a:rPr>
              <a:t>- </a:t>
            </a:r>
            <a:r>
              <a:rPr lang="en-US" b="1" i="0" dirty="0">
                <a:effectLst/>
                <a:latin typeface="-apple-system"/>
              </a:rPr>
              <a:t>No. of days the booking on the waiting list.</a:t>
            </a:r>
            <a:endParaRPr lang="en-US" b="0" i="0" dirty="0">
              <a:effectLst/>
              <a:latin typeface="-apple-system"/>
            </a:endParaRPr>
          </a:p>
          <a:p>
            <a:pPr algn="l">
              <a:buFont typeface="Arial" panose="020B0604020202020204" pitchFamily="34" charset="0"/>
              <a:buChar char="•"/>
            </a:pPr>
            <a:r>
              <a:rPr lang="en-US" b="0" i="0" dirty="0">
                <a:effectLst/>
                <a:latin typeface="-apple-system"/>
              </a:rPr>
              <a:t>customer_type - </a:t>
            </a:r>
            <a:r>
              <a:rPr lang="en-US" b="1" i="0" dirty="0">
                <a:effectLst/>
                <a:latin typeface="-apple-system"/>
              </a:rPr>
              <a:t>Type of customer, assuming one of four categories</a:t>
            </a:r>
            <a:r>
              <a:rPr lang="en-US" b="0" i="0" dirty="0">
                <a:effectLst/>
                <a:latin typeface="-apple-system"/>
              </a:rPr>
              <a:t>.</a:t>
            </a:r>
          </a:p>
          <a:p>
            <a:pPr algn="l">
              <a:buFont typeface="Arial" panose="020B0604020202020204" pitchFamily="34" charset="0"/>
              <a:buChar char="•"/>
            </a:pPr>
            <a:r>
              <a:rPr lang="en-US" b="0" i="0" dirty="0">
                <a:effectLst/>
                <a:latin typeface="-apple-system"/>
              </a:rPr>
              <a:t>adr - </a:t>
            </a:r>
            <a:r>
              <a:rPr lang="en-US" b="1" i="0" dirty="0">
                <a:effectLst/>
                <a:latin typeface="-apple-system"/>
              </a:rPr>
              <a:t>(Average Daily Rate) dividing the sum of lodgging transaction by the total number of staying night.</a:t>
            </a:r>
            <a:endParaRPr lang="en-US" b="0" i="0" dirty="0">
              <a:effectLst/>
              <a:latin typeface="-apple-system"/>
            </a:endParaRPr>
          </a:p>
          <a:p>
            <a:pPr algn="l">
              <a:buFont typeface="Arial" panose="020B0604020202020204" pitchFamily="34" charset="0"/>
              <a:buChar char="•"/>
            </a:pPr>
            <a:r>
              <a:rPr lang="en-US" b="0" i="0" dirty="0">
                <a:effectLst/>
                <a:latin typeface="-apple-system"/>
              </a:rPr>
              <a:t>required_car_parking_spaces - </a:t>
            </a:r>
            <a:r>
              <a:rPr lang="en-US" b="1" i="0" dirty="0">
                <a:effectLst/>
                <a:latin typeface="-apple-system"/>
              </a:rPr>
              <a:t>No. of car parking spaces required by the customer.</a:t>
            </a:r>
            <a:endParaRPr lang="en-US" b="0" i="0" dirty="0">
              <a:effectLst/>
              <a:latin typeface="-apple-system"/>
            </a:endParaRPr>
          </a:p>
          <a:p>
            <a:pPr algn="l">
              <a:buFont typeface="Arial" panose="020B0604020202020204" pitchFamily="34" charset="0"/>
              <a:buChar char="•"/>
            </a:pPr>
            <a:r>
              <a:rPr lang="en-US" b="0" i="0" dirty="0">
                <a:effectLst/>
                <a:latin typeface="-apple-system"/>
              </a:rPr>
              <a:t>total_of_special_request - </a:t>
            </a:r>
            <a:r>
              <a:rPr lang="en-US" b="1" i="0" dirty="0">
                <a:effectLst/>
                <a:latin typeface="-apple-system"/>
              </a:rPr>
              <a:t>No. of special request made by the customer.</a:t>
            </a:r>
            <a:endParaRPr lang="en-US" b="0" i="0" dirty="0">
              <a:effectLst/>
              <a:latin typeface="-apple-system"/>
            </a:endParaRPr>
          </a:p>
          <a:p>
            <a:pPr algn="l">
              <a:buFont typeface="Arial" panose="020B0604020202020204" pitchFamily="34" charset="0"/>
              <a:buChar char="•"/>
            </a:pPr>
            <a:r>
              <a:rPr lang="en-US" b="0" i="0" dirty="0">
                <a:effectLst/>
                <a:latin typeface="-apple-system"/>
              </a:rPr>
              <a:t>reservation_request - </a:t>
            </a:r>
            <a:r>
              <a:rPr lang="en-US" b="1" i="0" dirty="0">
                <a:effectLst/>
                <a:latin typeface="-apple-system"/>
              </a:rPr>
              <a:t>Reservation status</a:t>
            </a:r>
            <a:endParaRPr lang="en-US" b="0" i="0" dirty="0">
              <a:effectLst/>
              <a:latin typeface="-apple-system"/>
            </a:endParaRPr>
          </a:p>
          <a:p>
            <a:pPr algn="l">
              <a:buFont typeface="Arial" panose="020B0604020202020204" pitchFamily="34" charset="0"/>
              <a:buChar char="•"/>
            </a:pPr>
            <a:r>
              <a:rPr lang="en-US" b="0" i="0" dirty="0">
                <a:effectLst/>
                <a:latin typeface="-apple-system"/>
              </a:rPr>
              <a:t>reservation_request_date - </a:t>
            </a:r>
            <a:r>
              <a:rPr lang="en-US" b="1" i="0" dirty="0">
                <a:effectLst/>
                <a:latin typeface="-apple-system"/>
              </a:rPr>
              <a:t>Date of last reservation status updated.</a:t>
            </a:r>
            <a:endParaRPr lang="en-US" b="0" i="0" dirty="0">
              <a:effectLst/>
              <a:latin typeface="-apple-system"/>
            </a:endParaRPr>
          </a:p>
          <a:p>
            <a:endParaRPr lang="en-IN" dirty="0"/>
          </a:p>
        </p:txBody>
      </p:sp>
    </p:spTree>
    <p:extLst>
      <p:ext uri="{BB962C8B-B14F-4D97-AF65-F5344CB8AC3E}">
        <p14:creationId xmlns:p14="http://schemas.microsoft.com/office/powerpoint/2010/main" val="16686495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DC0F2-3492-8DDF-6AE1-AF5D14416E3B}"/>
              </a:ext>
            </a:extLst>
          </p:cNvPr>
          <p:cNvSpPr>
            <a:spLocks noGrp="1"/>
          </p:cNvSpPr>
          <p:nvPr>
            <p:ph type="title"/>
          </p:nvPr>
        </p:nvSpPr>
        <p:spPr>
          <a:xfrm>
            <a:off x="1451578" y="494524"/>
            <a:ext cx="9603275" cy="1209942"/>
          </a:xfrm>
        </p:spPr>
        <p:txBody>
          <a:bodyPr>
            <a:normAutofit fontScale="90000"/>
          </a:bodyPr>
          <a:lstStyle/>
          <a:p>
            <a:r>
              <a:rPr lang="en-US" sz="4900" i="0" dirty="0">
                <a:solidFill>
                  <a:srgbClr val="000000"/>
                </a:solidFill>
                <a:effectLst/>
                <a:latin typeface="Adobe Caslon Pro" panose="0205050205050A020403" pitchFamily="18" charset="0"/>
              </a:rPr>
              <a:t>Data Wrangling</a:t>
            </a:r>
            <a:r>
              <a:rPr lang="en-US" sz="4900" b="1" dirty="0">
                <a:solidFill>
                  <a:srgbClr val="000000"/>
                </a:solidFill>
                <a:latin typeface="var(--jp-content-font-family)"/>
              </a:rPr>
              <a:t> </a:t>
            </a:r>
            <a:r>
              <a:rPr lang="en-US" b="1" dirty="0">
                <a:solidFill>
                  <a:srgbClr val="000000"/>
                </a:solidFill>
                <a:latin typeface="var(--jp-content-font-family)"/>
              </a:rPr>
              <a:t/>
            </a:r>
            <a:br>
              <a:rPr lang="en-US" b="1" dirty="0">
                <a:solidFill>
                  <a:srgbClr val="000000"/>
                </a:solidFill>
                <a:latin typeface="var(--jp-content-font-family)"/>
              </a:rPr>
            </a:br>
            <a:r>
              <a:rPr lang="en-US" b="1" dirty="0">
                <a:solidFill>
                  <a:srgbClr val="000000"/>
                </a:solidFill>
                <a:latin typeface="var(--jp-content-font-family)"/>
              </a:rPr>
              <a:t/>
            </a:r>
            <a:br>
              <a:rPr lang="en-US" b="1" dirty="0">
                <a:solidFill>
                  <a:srgbClr val="000000"/>
                </a:solidFill>
                <a:latin typeface="var(--jp-content-font-family)"/>
              </a:rPr>
            </a:br>
            <a:r>
              <a:rPr lang="en-US" sz="1600" i="0" dirty="0">
                <a:solidFill>
                  <a:srgbClr val="000000"/>
                </a:solidFill>
                <a:effectLst/>
                <a:latin typeface="Arno Pro Caption" panose="02020502040506020403" pitchFamily="18" charset="0"/>
              </a:rPr>
              <a:t>We already did some data cleaning before lets go for data Wrangling</a:t>
            </a:r>
            <a:br>
              <a:rPr lang="en-US" sz="1600" i="0" dirty="0">
                <a:solidFill>
                  <a:srgbClr val="000000"/>
                </a:solidFill>
                <a:effectLst/>
                <a:latin typeface="Arno Pro Caption" panose="02020502040506020403" pitchFamily="18" charset="0"/>
              </a:rPr>
            </a:br>
            <a:endParaRPr lang="en-IN" sz="1600" dirty="0">
              <a:latin typeface="Arno Pro Caption" panose="02020502040506020403" pitchFamily="18" charset="0"/>
            </a:endParaRPr>
          </a:p>
        </p:txBody>
      </p:sp>
      <p:sp>
        <p:nvSpPr>
          <p:cNvPr id="3" name="Content Placeholder 2">
            <a:extLst>
              <a:ext uri="{FF2B5EF4-FFF2-40B4-BE49-F238E27FC236}">
                <a16:creationId xmlns:a16="http://schemas.microsoft.com/office/drawing/2014/main" id="{38984505-4475-3A59-F085-260E47BE0D3E}"/>
              </a:ext>
            </a:extLst>
          </p:cNvPr>
          <p:cNvSpPr>
            <a:spLocks noGrp="1"/>
          </p:cNvSpPr>
          <p:nvPr>
            <p:ph idx="1"/>
          </p:nvPr>
        </p:nvSpPr>
        <p:spPr>
          <a:xfrm>
            <a:off x="1451579" y="1770013"/>
            <a:ext cx="9603275" cy="4283468"/>
          </a:xfrm>
        </p:spPr>
        <p:txBody>
          <a:bodyPr>
            <a:normAutofit fontScale="85000" lnSpcReduction="10000"/>
          </a:bodyPr>
          <a:lstStyle/>
          <a:p>
            <a:pPr marL="0" indent="0" algn="l">
              <a:buNone/>
            </a:pPr>
            <a:r>
              <a:rPr lang="en-US" sz="1600" b="1" i="1" u="sng" dirty="0">
                <a:solidFill>
                  <a:srgbClr val="408080"/>
                </a:solidFill>
                <a:latin typeface="Courier New" panose="02070309020205020404" pitchFamily="49" charset="0"/>
              </a:rPr>
              <a:t>*But we </a:t>
            </a:r>
            <a:r>
              <a:rPr lang="en-US" sz="1600" b="1" i="1" u="sng" dirty="0">
                <a:solidFill>
                  <a:srgbClr val="408080"/>
                </a:solidFill>
                <a:effectLst/>
                <a:latin typeface="Courier New" panose="02070309020205020404" pitchFamily="49" charset="0"/>
              </a:rPr>
              <a:t>Adding* </a:t>
            </a:r>
          </a:p>
          <a:p>
            <a:pPr algn="l"/>
            <a:r>
              <a:rPr lang="en-US" dirty="0">
                <a:latin typeface="-apple-system"/>
              </a:rPr>
              <a:t>Total  staying days in hotels</a:t>
            </a:r>
          </a:p>
          <a:p>
            <a:pPr algn="l"/>
            <a:r>
              <a:rPr lang="en-US" dirty="0">
                <a:latin typeface="-apple-system"/>
              </a:rPr>
              <a:t>Sum of adults+ child+ babies</a:t>
            </a:r>
          </a:p>
          <a:p>
            <a:pPr algn="l"/>
            <a:r>
              <a:rPr lang="en-US" dirty="0">
                <a:latin typeface="-apple-system"/>
              </a:rPr>
              <a:t>We used Booking Id as primary key for sequence data</a:t>
            </a:r>
          </a:p>
          <a:p>
            <a:pPr algn="l"/>
            <a:r>
              <a:rPr lang="en-US" dirty="0">
                <a:latin typeface="-apple-system"/>
              </a:rPr>
              <a:t>We remove error from children column</a:t>
            </a:r>
          </a:p>
          <a:p>
            <a:pPr algn="l"/>
            <a:r>
              <a:rPr lang="en-US" dirty="0">
                <a:latin typeface="-apple-system"/>
              </a:rPr>
              <a:t>We create arrival date with using  column [arrival_date_year, arrival_date_month, arrival_date_day _of_month ]</a:t>
            </a:r>
          </a:p>
          <a:p>
            <a:pPr algn="l"/>
            <a:r>
              <a:rPr lang="en-US" dirty="0">
                <a:latin typeface="-apple-system"/>
              </a:rPr>
              <a:t> We remove the all duplicates value from entire database</a:t>
            </a:r>
          </a:p>
          <a:p>
            <a:pPr algn="l"/>
            <a:r>
              <a:rPr lang="en-US" dirty="0">
                <a:latin typeface="-apple-system"/>
              </a:rPr>
              <a:t>For exact count of people, we create Total people from adults, children &amp; babies column</a:t>
            </a:r>
          </a:p>
          <a:p>
            <a:r>
              <a:rPr lang="en-US" dirty="0">
                <a:latin typeface="-apple-system"/>
              </a:rPr>
              <a:t>Added Column Called Satisfaction Level of Customer Using the reserve_room_type+ assign_room_type column   </a:t>
            </a:r>
          </a:p>
          <a:p>
            <a:pPr algn="l"/>
            <a:endParaRPr lang="en-US" dirty="0">
              <a:latin typeface="-apple-system"/>
            </a:endParaRPr>
          </a:p>
          <a:p>
            <a:pPr algn="l"/>
            <a:endParaRPr lang="en-US" b="1" i="0" dirty="0">
              <a:solidFill>
                <a:srgbClr val="000000"/>
              </a:solidFill>
              <a:effectLst/>
              <a:latin typeface="var(--jp-content-font-family)"/>
            </a:endParaRPr>
          </a:p>
          <a:p>
            <a:endParaRPr lang="en-IN" dirty="0"/>
          </a:p>
        </p:txBody>
      </p:sp>
    </p:spTree>
    <p:extLst>
      <p:ext uri="{BB962C8B-B14F-4D97-AF65-F5344CB8AC3E}">
        <p14:creationId xmlns:p14="http://schemas.microsoft.com/office/powerpoint/2010/main" val="17629921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5E02A-F850-4C18-D5E9-B3D941370608}"/>
              </a:ext>
            </a:extLst>
          </p:cNvPr>
          <p:cNvSpPr>
            <a:spLocks noGrp="1"/>
          </p:cNvSpPr>
          <p:nvPr>
            <p:ph type="title"/>
          </p:nvPr>
        </p:nvSpPr>
        <p:spPr>
          <a:xfrm>
            <a:off x="1003710" y="454387"/>
            <a:ext cx="9603275" cy="1381605"/>
          </a:xfrm>
        </p:spPr>
        <p:txBody>
          <a:bodyPr>
            <a:noAutofit/>
          </a:bodyPr>
          <a:lstStyle/>
          <a:p>
            <a:pPr marL="457200" lvl="1">
              <a:lnSpc>
                <a:spcPct val="115000"/>
              </a:lnSpc>
              <a:spcAft>
                <a:spcPts val="1000"/>
              </a:spcAft>
              <a:buSzPts val="1000"/>
              <a:tabLst>
                <a:tab pos="914400" algn="l"/>
              </a:tabLst>
            </a:pPr>
            <a:r>
              <a:rPr lang="en-IN" sz="4400" kern="0" dirty="0">
                <a:effectLst/>
                <a:latin typeface="Adobe Caslon Pro" panose="0205050205050A020403" pitchFamily="18" charset="0"/>
                <a:ea typeface="Times New Roman" panose="02020603050405020304" pitchFamily="18" charset="0"/>
                <a:cs typeface="Times New Roman" panose="02020603050405020304" pitchFamily="18" charset="0"/>
              </a:rPr>
              <a:t>BASIC STATISTICS</a:t>
            </a:r>
            <a:r>
              <a:rPr lang="en-IN" sz="4400" b="1" kern="0" dirty="0">
                <a:effectLst/>
                <a:ea typeface="Times New Roman" panose="02020603050405020304" pitchFamily="18" charset="0"/>
                <a:cs typeface="Times New Roman" panose="02020603050405020304" pitchFamily="18" charset="0"/>
              </a:rPr>
              <a:t/>
            </a:r>
            <a:br>
              <a:rPr lang="en-IN" sz="4400" b="1" kern="0" dirty="0">
                <a:effectLst/>
                <a:ea typeface="Times New Roman" panose="02020603050405020304" pitchFamily="18" charset="0"/>
                <a:cs typeface="Times New Roman" panose="02020603050405020304" pitchFamily="18" charset="0"/>
              </a:rPr>
            </a:br>
            <a:r>
              <a:rPr lang="en-IN" sz="1400" kern="0" dirty="0">
                <a:effectLst/>
                <a:latin typeface="Arno Pro Display" panose="02020502050506020403" pitchFamily="18" charset="0"/>
                <a:ea typeface="Times New Roman" panose="02020603050405020304" pitchFamily="18" charset="0"/>
                <a:cs typeface="Times New Roman" panose="02020603050405020304" pitchFamily="18" charset="0"/>
              </a:rPr>
              <a:t>FIND THE TOTAL NUMBER OF BOOKINGS.</a:t>
            </a:r>
            <a:r>
              <a:rPr lang="en-IN" sz="1200" kern="100" dirty="0">
                <a:effectLst/>
                <a:latin typeface="Arno Pro Display" panose="02020502050506020403" pitchFamily="18" charset="0"/>
                <a:ea typeface="Calibri" panose="020F0502020204030204" pitchFamily="34" charset="0"/>
                <a:cs typeface="Times New Roman" panose="02020603050405020304" pitchFamily="18" charset="0"/>
              </a:rPr>
              <a:t/>
            </a:r>
            <a:br>
              <a:rPr lang="en-IN" sz="1200" kern="100" dirty="0">
                <a:effectLst/>
                <a:latin typeface="Arno Pro Display" panose="02020502050506020403" pitchFamily="18" charset="0"/>
                <a:ea typeface="Calibri" panose="020F0502020204030204" pitchFamily="34" charset="0"/>
                <a:cs typeface="Times New Roman" panose="02020603050405020304" pitchFamily="18" charset="0"/>
              </a:rPr>
            </a:br>
            <a:r>
              <a:rPr lang="en-IN" sz="1400" dirty="0">
                <a:latin typeface="Arno Pro Display" panose="02020502050506020403" pitchFamily="18" charset="0"/>
                <a:ea typeface="Times New Roman" panose="02020603050405020304" pitchFamily="18" charset="0"/>
              </a:rPr>
              <a:t>ALSO </a:t>
            </a:r>
            <a:r>
              <a:rPr lang="en-IN" sz="1400" kern="0" dirty="0" smtClean="0">
                <a:effectLst/>
                <a:latin typeface="Arno Pro Display" panose="02020502050506020403" pitchFamily="18" charset="0"/>
                <a:ea typeface="Times New Roman" panose="02020603050405020304" pitchFamily="18" charset="0"/>
              </a:rPr>
              <a:t>CALCULATE WHICH HOTEL TYPE HAS MORE GUESTS</a:t>
            </a:r>
            <a:r>
              <a:rPr lang="en-IN" sz="1200" kern="0" dirty="0">
                <a:effectLst/>
                <a:latin typeface="Segoe UI" panose="020B0502040204020203" pitchFamily="34" charset="0"/>
                <a:ea typeface="Times New Roman" panose="02020603050405020304" pitchFamily="18" charset="0"/>
              </a:rPr>
              <a:t/>
            </a:r>
            <a:br>
              <a:rPr lang="en-IN" sz="1200" kern="0" dirty="0">
                <a:effectLst/>
                <a:latin typeface="Segoe UI" panose="020B0502040204020203" pitchFamily="34" charset="0"/>
                <a:ea typeface="Times New Roman" panose="02020603050405020304" pitchFamily="18" charset="0"/>
              </a:rPr>
            </a:br>
            <a:r>
              <a:rPr lang="en-IN" sz="4400" kern="100" dirty="0">
                <a:effectLst/>
                <a:ea typeface="Calibri" panose="020F0502020204030204" pitchFamily="34" charset="0"/>
                <a:cs typeface="Times New Roman" panose="02020603050405020304" pitchFamily="18" charset="0"/>
              </a:rPr>
              <a:t/>
            </a:r>
            <a:br>
              <a:rPr lang="en-IN" sz="4400" kern="100" dirty="0">
                <a:effectLst/>
                <a:ea typeface="Calibri" panose="020F0502020204030204" pitchFamily="34" charset="0"/>
                <a:cs typeface="Times New Roman" panose="02020603050405020304" pitchFamily="18" charset="0"/>
              </a:rPr>
            </a:br>
            <a:endParaRPr lang="en-IN" sz="4400" dirty="0"/>
          </a:p>
        </p:txBody>
      </p:sp>
      <p:sp>
        <p:nvSpPr>
          <p:cNvPr id="16" name="Content Placeholder 15">
            <a:extLst>
              <a:ext uri="{FF2B5EF4-FFF2-40B4-BE49-F238E27FC236}">
                <a16:creationId xmlns:a16="http://schemas.microsoft.com/office/drawing/2014/main" id="{3BEA02B4-FE4C-44F7-A0E5-0C28703283BC}"/>
              </a:ext>
            </a:extLst>
          </p:cNvPr>
          <p:cNvSpPr>
            <a:spLocks noGrp="1"/>
          </p:cNvSpPr>
          <p:nvPr>
            <p:ph idx="1"/>
          </p:nvPr>
        </p:nvSpPr>
        <p:spPr>
          <a:xfrm>
            <a:off x="6010275" y="2294252"/>
            <a:ext cx="6067425" cy="3287397"/>
          </a:xfrm>
        </p:spPr>
        <p:txBody>
          <a:bodyPr>
            <a:normAutofit fontScale="92500" lnSpcReduction="20000"/>
          </a:bodyPr>
          <a:lstStyle/>
          <a:p>
            <a:r>
              <a:rPr lang="en-US" dirty="0">
                <a:latin typeface="Arno Pro Caption" panose="02020502040506020403" pitchFamily="18" charset="0"/>
              </a:rPr>
              <a:t>Here We have 4 Types of Data that's Why We Used Column Chart in this Question.</a:t>
            </a:r>
          </a:p>
          <a:p>
            <a:pPr marL="0" indent="0">
              <a:buNone/>
            </a:pPr>
            <a:r>
              <a:rPr lang="en-US" dirty="0">
                <a:latin typeface="Arno Pro Caption" panose="02020502040506020403" pitchFamily="18" charset="0"/>
              </a:rPr>
              <a:t>	The Booking Ratio of Hotels is as follows:-</a:t>
            </a:r>
          </a:p>
          <a:p>
            <a:pPr marL="0" indent="0">
              <a:buNone/>
            </a:pPr>
            <a:r>
              <a:rPr lang="en-US" dirty="0">
                <a:latin typeface="Arno Pro Caption" panose="02020502040506020403" pitchFamily="18" charset="0"/>
              </a:rPr>
              <a:t>		A. Resort Hotel : </a:t>
            </a:r>
            <a:r>
              <a:rPr lang="en-US" dirty="0" smtClean="0">
                <a:latin typeface="Arno Pro Caption" panose="02020502040506020403" pitchFamily="18" charset="0"/>
              </a:rPr>
              <a:t>33951</a:t>
            </a:r>
            <a:endParaRPr lang="en-US" dirty="0">
              <a:latin typeface="Arno Pro Caption" panose="02020502040506020403" pitchFamily="18" charset="0"/>
            </a:endParaRPr>
          </a:p>
          <a:p>
            <a:pPr marL="0" indent="0">
              <a:buNone/>
            </a:pPr>
            <a:r>
              <a:rPr lang="en-US" dirty="0">
                <a:latin typeface="Arno Pro Caption" panose="02020502040506020403" pitchFamily="18" charset="0"/>
              </a:rPr>
              <a:t>		B. City Hotel : </a:t>
            </a:r>
            <a:r>
              <a:rPr lang="en-US" dirty="0" smtClean="0">
                <a:latin typeface="Arno Pro Caption" panose="02020502040506020403" pitchFamily="18" charset="0"/>
              </a:rPr>
              <a:t>53269</a:t>
            </a:r>
            <a:endParaRPr lang="en-US" dirty="0">
              <a:latin typeface="Arno Pro Caption" panose="02020502040506020403" pitchFamily="18" charset="0"/>
            </a:endParaRPr>
          </a:p>
          <a:p>
            <a:pPr marL="0" indent="0">
              <a:buNone/>
            </a:pPr>
            <a:r>
              <a:rPr lang="en-US" dirty="0">
                <a:latin typeface="Arno Pro Caption" panose="02020502040506020403" pitchFamily="18" charset="0"/>
              </a:rPr>
              <a:t>	The </a:t>
            </a:r>
            <a:r>
              <a:rPr lang="en-US" dirty="0" smtClean="0">
                <a:latin typeface="Arno Pro Caption" panose="02020502040506020403" pitchFamily="18" charset="0"/>
              </a:rPr>
              <a:t>sum of total people </a:t>
            </a:r>
            <a:r>
              <a:rPr lang="en-US" dirty="0">
                <a:latin typeface="Arno Pro Caption" panose="02020502040506020403" pitchFamily="18" charset="0"/>
              </a:rPr>
              <a:t>o</a:t>
            </a:r>
            <a:r>
              <a:rPr lang="en-US" dirty="0" smtClean="0">
                <a:latin typeface="Arno Pro Caption" panose="02020502040506020403" pitchFamily="18" charset="0"/>
              </a:rPr>
              <a:t>f </a:t>
            </a:r>
            <a:r>
              <a:rPr lang="en-US" dirty="0">
                <a:latin typeface="Arno Pro Caption" panose="02020502040506020403" pitchFamily="18" charset="0"/>
              </a:rPr>
              <a:t>Hotel is As Follows:-</a:t>
            </a:r>
          </a:p>
          <a:p>
            <a:pPr marL="0" indent="0">
              <a:buNone/>
            </a:pPr>
            <a:r>
              <a:rPr lang="en-US" dirty="0">
                <a:latin typeface="Arno Pro Caption" panose="02020502040506020403" pitchFamily="18" charset="0"/>
              </a:rPr>
              <a:t>		A. Resort Hotel : </a:t>
            </a:r>
            <a:r>
              <a:rPr lang="en-US" dirty="0" smtClean="0">
                <a:latin typeface="Arno Pro Caption" panose="02020502040506020403" pitchFamily="18" charset="0"/>
              </a:rPr>
              <a:t>69174</a:t>
            </a:r>
            <a:endParaRPr lang="en-US" dirty="0">
              <a:latin typeface="Arno Pro Caption" panose="02020502040506020403" pitchFamily="18" charset="0"/>
            </a:endParaRPr>
          </a:p>
          <a:p>
            <a:pPr marL="0" indent="0">
              <a:buNone/>
            </a:pPr>
            <a:r>
              <a:rPr lang="en-US" dirty="0">
                <a:latin typeface="Arno Pro Caption" panose="02020502040506020403" pitchFamily="18" charset="0"/>
              </a:rPr>
              <a:t>		B. City Hotel : </a:t>
            </a:r>
            <a:r>
              <a:rPr lang="en-US" dirty="0" smtClean="0">
                <a:latin typeface="Arno Pro Caption" panose="02020502040506020403" pitchFamily="18" charset="0"/>
              </a:rPr>
              <a:t>107666</a:t>
            </a:r>
            <a:endParaRPr lang="en-IN" dirty="0">
              <a:latin typeface="Arno Pro Caption" panose="02020502040506020403"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1830" y="2107097"/>
            <a:ext cx="5126559" cy="3776868"/>
          </a:xfrm>
          <a:prstGeom prst="rect">
            <a:avLst/>
          </a:prstGeom>
        </p:spPr>
      </p:pic>
      <p:sp>
        <p:nvSpPr>
          <p:cNvPr id="4" name="TextBox 3"/>
          <p:cNvSpPr txBox="1"/>
          <p:nvPr/>
        </p:nvSpPr>
        <p:spPr>
          <a:xfrm>
            <a:off x="4359965" y="3458817"/>
            <a:ext cx="728870" cy="307777"/>
          </a:xfrm>
          <a:prstGeom prst="rect">
            <a:avLst/>
          </a:prstGeom>
          <a:noFill/>
        </p:spPr>
        <p:txBody>
          <a:bodyPr wrap="square" rtlCol="0">
            <a:spAutoFit/>
          </a:bodyPr>
          <a:lstStyle/>
          <a:p>
            <a:r>
              <a:rPr lang="en-IN" sz="1400" dirty="0" smtClean="0"/>
              <a:t>69174</a:t>
            </a:r>
            <a:endParaRPr lang="en-IN" sz="1400" dirty="0"/>
          </a:p>
        </p:txBody>
      </p:sp>
      <p:sp>
        <p:nvSpPr>
          <p:cNvPr id="5" name="TextBox 4"/>
          <p:cNvSpPr txBox="1"/>
          <p:nvPr/>
        </p:nvSpPr>
        <p:spPr>
          <a:xfrm>
            <a:off x="3909392" y="4399722"/>
            <a:ext cx="649358"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33</a:t>
            </a:r>
            <a:r>
              <a:rPr lang="en-IN" sz="1400" dirty="0">
                <a:latin typeface="Times New Roman" panose="02020603050405020304" pitchFamily="18" charset="0"/>
                <a:cs typeface="Times New Roman" panose="02020603050405020304" pitchFamily="18" charset="0"/>
              </a:rPr>
              <a:t>9</a:t>
            </a:r>
            <a:r>
              <a:rPr lang="en-IN" sz="1400" dirty="0" smtClean="0">
                <a:latin typeface="Times New Roman" panose="02020603050405020304" pitchFamily="18" charset="0"/>
                <a:cs typeface="Times New Roman" panose="02020603050405020304" pitchFamily="18" charset="0"/>
              </a:rPr>
              <a:t>51</a:t>
            </a:r>
            <a:endParaRPr lang="en-IN" sz="14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3074504" y="2380570"/>
            <a:ext cx="834888"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107666</a:t>
            </a:r>
            <a:endParaRPr lang="en-IN" sz="14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2637183" y="3935896"/>
            <a:ext cx="801342" cy="276999"/>
          </a:xfrm>
          <a:prstGeom prst="rect">
            <a:avLst/>
          </a:prstGeom>
          <a:noFill/>
        </p:spPr>
        <p:txBody>
          <a:bodyPr wrap="square" rtlCol="0">
            <a:spAutoFit/>
          </a:bodyPr>
          <a:lstStyle/>
          <a:p>
            <a:r>
              <a:rPr lang="en-IN" sz="1200" dirty="0" smtClean="0"/>
              <a:t>53269</a:t>
            </a:r>
            <a:endParaRPr lang="en-IN" sz="1200" dirty="0"/>
          </a:p>
        </p:txBody>
      </p:sp>
    </p:spTree>
    <p:extLst>
      <p:ext uri="{BB962C8B-B14F-4D97-AF65-F5344CB8AC3E}">
        <p14:creationId xmlns:p14="http://schemas.microsoft.com/office/powerpoint/2010/main" val="453039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5E02A-F850-4C18-D5E9-B3D941370608}"/>
              </a:ext>
            </a:extLst>
          </p:cNvPr>
          <p:cNvSpPr>
            <a:spLocks noGrp="1"/>
          </p:cNvSpPr>
          <p:nvPr>
            <p:ph type="title"/>
          </p:nvPr>
        </p:nvSpPr>
        <p:spPr>
          <a:xfrm>
            <a:off x="1003710" y="454387"/>
            <a:ext cx="9603275" cy="1381605"/>
          </a:xfrm>
        </p:spPr>
        <p:txBody>
          <a:bodyPr>
            <a:noAutofit/>
          </a:bodyPr>
          <a:lstStyle/>
          <a:p>
            <a:pPr marL="457200" lvl="1">
              <a:lnSpc>
                <a:spcPct val="115000"/>
              </a:lnSpc>
              <a:spcAft>
                <a:spcPts val="1000"/>
              </a:spcAft>
              <a:buSzPts val="1000"/>
              <a:tabLst>
                <a:tab pos="914400" algn="l"/>
              </a:tabLst>
            </a:pPr>
            <a:r>
              <a:rPr lang="en-IN" sz="4400" kern="0" dirty="0">
                <a:effectLst/>
                <a:latin typeface="Adobe Caslon Pro" panose="0205050205050A020403" pitchFamily="18" charset="0"/>
                <a:ea typeface="Times New Roman" panose="02020603050405020304" pitchFamily="18" charset="0"/>
                <a:cs typeface="Times New Roman" panose="02020603050405020304" pitchFamily="18" charset="0"/>
              </a:rPr>
              <a:t>BASIC STATISTICS</a:t>
            </a:r>
            <a:r>
              <a:rPr lang="en-IN" sz="4400" b="1" kern="0" dirty="0">
                <a:effectLst/>
                <a:ea typeface="Times New Roman" panose="02020603050405020304" pitchFamily="18" charset="0"/>
                <a:cs typeface="Times New Roman" panose="02020603050405020304" pitchFamily="18" charset="0"/>
              </a:rPr>
              <a:t/>
            </a:r>
            <a:br>
              <a:rPr lang="en-IN" sz="4400" b="1" kern="0" dirty="0">
                <a:effectLst/>
                <a:ea typeface="Times New Roman" panose="02020603050405020304" pitchFamily="18" charset="0"/>
                <a:cs typeface="Times New Roman" panose="02020603050405020304" pitchFamily="18" charset="0"/>
              </a:rPr>
            </a:br>
            <a:r>
              <a:rPr lang="en-IN" sz="1400" dirty="0" smtClean="0">
                <a:latin typeface="Arno Pro Display" panose="02020502050506020403" pitchFamily="18" charset="0"/>
                <a:ea typeface="Times New Roman" panose="02020603050405020304" pitchFamily="18" charset="0"/>
                <a:cs typeface="Times New Roman" panose="02020603050405020304" pitchFamily="18" charset="0"/>
              </a:rPr>
              <a:t>COUNT OF BOOKING ID BY MEAL</a:t>
            </a:r>
            <a:r>
              <a:rPr lang="en-IN" sz="1200" kern="100" dirty="0">
                <a:effectLst/>
                <a:latin typeface="Arno Pro Display" panose="02020502050506020403" pitchFamily="18" charset="0"/>
                <a:ea typeface="Calibri" panose="020F0502020204030204" pitchFamily="34" charset="0"/>
                <a:cs typeface="Times New Roman" panose="02020603050405020304" pitchFamily="18" charset="0"/>
              </a:rPr>
              <a:t/>
            </a:r>
            <a:br>
              <a:rPr lang="en-IN" sz="1200" kern="100" dirty="0">
                <a:effectLst/>
                <a:latin typeface="Arno Pro Display" panose="02020502050506020403" pitchFamily="18" charset="0"/>
                <a:ea typeface="Calibri" panose="020F0502020204030204" pitchFamily="34" charset="0"/>
                <a:cs typeface="Times New Roman" panose="02020603050405020304" pitchFamily="18" charset="0"/>
              </a:rPr>
            </a:br>
            <a:r>
              <a:rPr lang="en-IN" sz="1400" dirty="0" smtClean="0">
                <a:latin typeface="Arno Pro Display" panose="02020502050506020403" pitchFamily="18" charset="0"/>
                <a:ea typeface="Calibri" panose="020F0502020204030204" pitchFamily="34" charset="0"/>
                <a:cs typeface="Times New Roman" panose="02020603050405020304" pitchFamily="18" charset="0"/>
              </a:rPr>
              <a:t>COUNT OF BOOKING ID BY CUSTOMER TYPE.</a:t>
            </a:r>
            <a:r>
              <a:rPr lang="en-IN" sz="1200" kern="0" dirty="0">
                <a:effectLst/>
                <a:latin typeface="Segoe UI" panose="020B0502040204020203" pitchFamily="34" charset="0"/>
                <a:ea typeface="Times New Roman" panose="02020603050405020304" pitchFamily="18" charset="0"/>
              </a:rPr>
              <a:t/>
            </a:r>
            <a:br>
              <a:rPr lang="en-IN" sz="1200" kern="0" dirty="0">
                <a:effectLst/>
                <a:latin typeface="Segoe UI" panose="020B0502040204020203" pitchFamily="34" charset="0"/>
                <a:ea typeface="Times New Roman" panose="02020603050405020304" pitchFamily="18" charset="0"/>
              </a:rPr>
            </a:br>
            <a:r>
              <a:rPr lang="en-IN" sz="4400" kern="100" dirty="0">
                <a:effectLst/>
                <a:ea typeface="Calibri" panose="020F0502020204030204" pitchFamily="34" charset="0"/>
                <a:cs typeface="Times New Roman" panose="02020603050405020304" pitchFamily="18" charset="0"/>
              </a:rPr>
              <a:t/>
            </a:r>
            <a:br>
              <a:rPr lang="en-IN" sz="4400" kern="100" dirty="0">
                <a:effectLst/>
                <a:ea typeface="Calibri" panose="020F0502020204030204" pitchFamily="34" charset="0"/>
                <a:cs typeface="Times New Roman" panose="02020603050405020304" pitchFamily="18" charset="0"/>
              </a:rPr>
            </a:br>
            <a:endParaRPr lang="en-IN" sz="4400" dirty="0"/>
          </a:p>
        </p:txBody>
      </p:sp>
      <p:pic>
        <p:nvPicPr>
          <p:cNvPr id="9" name="Content Placeholder 8"/>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28564" y="1835992"/>
            <a:ext cx="5098639" cy="4180495"/>
          </a:xfr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104" y="1829025"/>
            <a:ext cx="5473190" cy="4187462"/>
          </a:xfrm>
          <a:prstGeom prst="rect">
            <a:avLst/>
          </a:prstGeom>
        </p:spPr>
      </p:pic>
    </p:spTree>
    <p:extLst>
      <p:ext uri="{BB962C8B-B14F-4D97-AF65-F5344CB8AC3E}">
        <p14:creationId xmlns:p14="http://schemas.microsoft.com/office/powerpoint/2010/main" val="193691049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797F4885-60C3-0309-B5AA-85699D76478C}"/>
              </a:ext>
            </a:extLst>
          </p:cNvPr>
          <p:cNvSpPr>
            <a:spLocks noGrp="1"/>
          </p:cNvSpPr>
          <p:nvPr>
            <p:ph idx="1"/>
          </p:nvPr>
        </p:nvSpPr>
        <p:spPr>
          <a:xfrm>
            <a:off x="7699513" y="2014331"/>
            <a:ext cx="3823238" cy="3737112"/>
          </a:xfrm>
        </p:spPr>
        <p:txBody>
          <a:bodyPr>
            <a:normAutofit/>
          </a:bodyPr>
          <a:lstStyle/>
          <a:p>
            <a:pPr marL="0" indent="0">
              <a:buNone/>
            </a:pPr>
            <a:r>
              <a:rPr lang="en-US" dirty="0">
                <a:latin typeface="Arno Pro Caption" panose="02020502040506020403" pitchFamily="18" charset="0"/>
              </a:rPr>
              <a:t>A total of </a:t>
            </a:r>
            <a:r>
              <a:rPr lang="en-US" dirty="0" smtClean="0">
                <a:latin typeface="Arno Pro Caption" panose="02020502040506020403" pitchFamily="18" charset="0"/>
              </a:rPr>
              <a:t>1,63,787 </a:t>
            </a:r>
            <a:r>
              <a:rPr lang="en-US" dirty="0">
                <a:latin typeface="Arno Pro Caption" panose="02020502040506020403" pitchFamily="18" charset="0"/>
              </a:rPr>
              <a:t>adults, </a:t>
            </a:r>
            <a:r>
              <a:rPr lang="en-US" dirty="0" smtClean="0">
                <a:latin typeface="Arno Pro Caption" panose="02020502040506020403" pitchFamily="18" charset="0"/>
              </a:rPr>
              <a:t>12,116 </a:t>
            </a:r>
            <a:r>
              <a:rPr lang="en-US" dirty="0">
                <a:latin typeface="Arno Pro Caption" panose="02020502040506020403" pitchFamily="18" charset="0"/>
              </a:rPr>
              <a:t>children, and data for </a:t>
            </a:r>
            <a:r>
              <a:rPr lang="en-US" dirty="0" smtClean="0">
                <a:latin typeface="Arno Pro Caption" panose="02020502040506020403" pitchFamily="18" charset="0"/>
              </a:rPr>
              <a:t>937 </a:t>
            </a:r>
            <a:r>
              <a:rPr lang="en-US" dirty="0">
                <a:latin typeface="Arno Pro Caption" panose="02020502040506020403" pitchFamily="18" charset="0"/>
              </a:rPr>
              <a:t>babies indicate bookings at the hotels.</a:t>
            </a:r>
          </a:p>
          <a:p>
            <a:pPr marL="0" indent="0">
              <a:buNone/>
            </a:pPr>
            <a:endParaRPr lang="en-US" dirty="0" smtClean="0">
              <a:latin typeface="Arno Pro Caption" panose="02020502040506020403" pitchFamily="18" charset="0"/>
            </a:endParaRPr>
          </a:p>
          <a:p>
            <a:pPr marL="0" indent="0">
              <a:buNone/>
            </a:pPr>
            <a:r>
              <a:rPr lang="en-US" dirty="0" smtClean="0">
                <a:latin typeface="Arno Pro Caption" panose="02020502040506020403" pitchFamily="18" charset="0"/>
              </a:rPr>
              <a:t>In </a:t>
            </a:r>
            <a:r>
              <a:rPr lang="en-US" dirty="0">
                <a:latin typeface="Arno Pro Caption" panose="02020502040506020403" pitchFamily="18" charset="0"/>
              </a:rPr>
              <a:t>this context, we have utilized a donut chart to represent data in three categories.</a:t>
            </a:r>
            <a:endParaRPr lang="en-IN" dirty="0">
              <a:latin typeface="Arno Pro Caption" panose="02020502040506020403" pitchFamily="18" charset="0"/>
            </a:endParaRPr>
          </a:p>
        </p:txBody>
      </p:sp>
      <p:sp>
        <p:nvSpPr>
          <p:cNvPr id="5" name="Title 1">
            <a:extLst>
              <a:ext uri="{FF2B5EF4-FFF2-40B4-BE49-F238E27FC236}">
                <a16:creationId xmlns:a16="http://schemas.microsoft.com/office/drawing/2014/main" id="{134BFCF3-EF70-1C39-FE46-5DF310DEC945}"/>
              </a:ext>
            </a:extLst>
          </p:cNvPr>
          <p:cNvSpPr>
            <a:spLocks noGrp="1"/>
          </p:cNvSpPr>
          <p:nvPr>
            <p:ph type="title"/>
          </p:nvPr>
        </p:nvSpPr>
        <p:spPr>
          <a:xfrm>
            <a:off x="1466320" y="671894"/>
            <a:ext cx="9914217" cy="1439521"/>
          </a:xfrm>
        </p:spPr>
        <p:txBody>
          <a:bodyPr>
            <a:normAutofit/>
          </a:bodyPr>
          <a:lstStyle/>
          <a:p>
            <a:r>
              <a:rPr lang="en-IN" sz="4900" kern="0" dirty="0">
                <a:effectLst/>
                <a:latin typeface="Adobe Caslon Pro" panose="0205050205050A020403" pitchFamily="18" charset="0"/>
                <a:ea typeface="Times New Roman" panose="02020603050405020304" pitchFamily="18" charset="0"/>
                <a:cs typeface="Times New Roman" panose="02020603050405020304" pitchFamily="18" charset="0"/>
              </a:rPr>
              <a:t>Guest Demographics</a:t>
            </a:r>
            <a:r>
              <a:rPr lang="en-IN" sz="5400" dirty="0">
                <a:effectLst/>
                <a:latin typeface="Arno Pro Display" panose="02020502050506020403" pitchFamily="18" charset="0"/>
              </a:rPr>
              <a:t/>
            </a:r>
            <a:br>
              <a:rPr lang="en-IN" sz="5400" dirty="0">
                <a:effectLst/>
                <a:latin typeface="Arno Pro Display" panose="02020502050506020403" pitchFamily="18" charset="0"/>
              </a:rPr>
            </a:br>
            <a:r>
              <a:rPr lang="en-US" sz="1400" kern="0" dirty="0">
                <a:effectLst/>
                <a:latin typeface="Segoe UI" panose="020B0502040204020203" pitchFamily="34" charset="0"/>
                <a:ea typeface="Times New Roman" panose="02020603050405020304" pitchFamily="18" charset="0"/>
              </a:rPr>
              <a:t>In this chapter, we have covered the topic of Guest Demographics, exploring aspects such as the age group of customers making bookings.</a:t>
            </a:r>
            <a:r>
              <a:rPr lang="en-IN" sz="1600" kern="100" dirty="0">
                <a:effectLst/>
                <a:ea typeface="Calibri" panose="020F0502020204030204" pitchFamily="34" charset="0"/>
                <a:cs typeface="Times New Roman" panose="02020603050405020304" pitchFamily="18" charset="0"/>
              </a:rPr>
              <a:t/>
            </a:r>
            <a:br>
              <a:rPr lang="en-IN" sz="1600" kern="100" dirty="0">
                <a:effectLst/>
                <a:ea typeface="Calibri" panose="020F0502020204030204" pitchFamily="34" charset="0"/>
                <a:cs typeface="Times New Roman" panose="02020603050405020304" pitchFamily="18" charset="0"/>
              </a:rPr>
            </a:br>
            <a:endParaRPr lang="en-IN" sz="1600" dirty="0"/>
          </a:p>
        </p:txBody>
      </p:sp>
      <p:pic>
        <p:nvPicPr>
          <p:cNvPr id="2" name="Picture 1"/>
          <p:cNvPicPr>
            <a:picLocks noChangeAspect="1"/>
          </p:cNvPicPr>
          <p:nvPr/>
        </p:nvPicPr>
        <p:blipFill>
          <a:blip r:embed="rId2"/>
          <a:stretch>
            <a:fillRect/>
          </a:stretch>
        </p:blipFill>
        <p:spPr>
          <a:xfrm>
            <a:off x="1653939" y="1857464"/>
            <a:ext cx="5903360" cy="4147930"/>
          </a:xfrm>
          <a:prstGeom prst="rect">
            <a:avLst/>
          </a:prstGeom>
        </p:spPr>
      </p:pic>
    </p:spTree>
    <p:extLst>
      <p:ext uri="{BB962C8B-B14F-4D97-AF65-F5344CB8AC3E}">
        <p14:creationId xmlns:p14="http://schemas.microsoft.com/office/powerpoint/2010/main" val="42357070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04232AC-D480-FD98-24C3-EC69031A90C2}"/>
              </a:ext>
            </a:extLst>
          </p:cNvPr>
          <p:cNvSpPr txBox="1"/>
          <p:nvPr/>
        </p:nvSpPr>
        <p:spPr>
          <a:xfrm>
            <a:off x="8213073" y="2096382"/>
            <a:ext cx="3836913" cy="2970044"/>
          </a:xfrm>
          <a:prstGeom prst="rect">
            <a:avLst/>
          </a:prstGeom>
          <a:noFill/>
        </p:spPr>
        <p:txBody>
          <a:bodyPr wrap="square">
            <a:spAutoFit/>
          </a:bodyPr>
          <a:lstStyle/>
          <a:p>
            <a:r>
              <a:rPr lang="en-US" sz="1700" dirty="0"/>
              <a:t>We have utilized data from countries worldwide and focused on presenting the top 10 countries, as indicated below.</a:t>
            </a:r>
          </a:p>
          <a:p>
            <a:endParaRPr lang="en-US" sz="1700" dirty="0"/>
          </a:p>
          <a:p>
            <a:r>
              <a:rPr lang="en-US" sz="1700" dirty="0"/>
              <a:t>And We Found PRT(</a:t>
            </a:r>
            <a:r>
              <a:rPr lang="en-IN" sz="1700" b="0" i="0" dirty="0">
                <a:effectLst/>
                <a:latin typeface="-apple-system"/>
              </a:rPr>
              <a:t>Portuga</a:t>
            </a:r>
            <a:r>
              <a:rPr lang="en-IN" sz="1700" b="0" i="0" dirty="0">
                <a:solidFill>
                  <a:srgbClr val="111111"/>
                </a:solidFill>
                <a:effectLst/>
                <a:latin typeface="-apple-system"/>
              </a:rPr>
              <a:t>l</a:t>
            </a:r>
            <a:r>
              <a:rPr lang="en-US" sz="1700" dirty="0"/>
              <a:t>) is Highest booking have in this data.(I.E.27449)</a:t>
            </a:r>
          </a:p>
          <a:p>
            <a:endParaRPr lang="en-US" sz="1700" dirty="0"/>
          </a:p>
          <a:p>
            <a:r>
              <a:rPr lang="en-US" sz="1700" dirty="0"/>
              <a:t>In this section, we have identified the types of customers, highlighting that transient customers account for the highest number of bookings.</a:t>
            </a:r>
            <a:endParaRPr lang="en-IN" sz="1700" dirty="0"/>
          </a:p>
        </p:txBody>
      </p:sp>
      <p:sp>
        <p:nvSpPr>
          <p:cNvPr id="8" name="Title 1">
            <a:extLst>
              <a:ext uri="{FF2B5EF4-FFF2-40B4-BE49-F238E27FC236}">
                <a16:creationId xmlns:a16="http://schemas.microsoft.com/office/drawing/2014/main" id="{CED02F5D-82CD-B23B-31EC-5A929310A123}"/>
              </a:ext>
            </a:extLst>
          </p:cNvPr>
          <p:cNvSpPr>
            <a:spLocks noGrp="1"/>
          </p:cNvSpPr>
          <p:nvPr>
            <p:ph type="title"/>
          </p:nvPr>
        </p:nvSpPr>
        <p:spPr>
          <a:xfrm>
            <a:off x="1419929" y="724011"/>
            <a:ext cx="9914217" cy="1439521"/>
          </a:xfrm>
        </p:spPr>
        <p:txBody>
          <a:bodyPr>
            <a:normAutofit/>
          </a:bodyPr>
          <a:lstStyle/>
          <a:p>
            <a:r>
              <a:rPr lang="en-IN" sz="4900" kern="0" dirty="0">
                <a:effectLst/>
                <a:latin typeface="Adobe Caslon Pro" panose="0205050205050A020403" pitchFamily="18" charset="0"/>
                <a:ea typeface="Times New Roman" panose="02020603050405020304" pitchFamily="18" charset="0"/>
                <a:cs typeface="Times New Roman" panose="02020603050405020304" pitchFamily="18" charset="0"/>
              </a:rPr>
              <a:t>Guest Demographics</a:t>
            </a:r>
            <a:r>
              <a:rPr lang="en-IN" sz="5400" dirty="0">
                <a:effectLst/>
                <a:latin typeface="Arno Pro Display" panose="02020502050506020403" pitchFamily="18" charset="0"/>
              </a:rPr>
              <a:t/>
            </a:r>
            <a:br>
              <a:rPr lang="en-IN" sz="5400" dirty="0">
                <a:effectLst/>
                <a:latin typeface="Arno Pro Display" panose="02020502050506020403" pitchFamily="18" charset="0"/>
              </a:rPr>
            </a:br>
            <a:r>
              <a:rPr lang="en-US" sz="1400" kern="0" dirty="0">
                <a:effectLst/>
                <a:latin typeface="Segoe UI" panose="020B0502040204020203" pitchFamily="34" charset="0"/>
                <a:ea typeface="Times New Roman" panose="02020603050405020304" pitchFamily="18" charset="0"/>
              </a:rPr>
              <a:t> </a:t>
            </a:r>
            <a:r>
              <a:rPr lang="en-IN" sz="1400" kern="100" dirty="0">
                <a:effectLst/>
                <a:latin typeface="Arno Pro Display" panose="02020502050506020403" pitchFamily="18" charset="0"/>
                <a:ea typeface="Calibri" panose="020F0502020204030204" pitchFamily="34" charset="0"/>
                <a:cs typeface="Times New Roman" panose="02020603050405020304" pitchFamily="18" charset="0"/>
              </a:rPr>
              <a:t/>
            </a:r>
            <a:br>
              <a:rPr lang="en-IN" sz="1400" kern="100" dirty="0">
                <a:effectLst/>
                <a:latin typeface="Arno Pro Display" panose="02020502050506020403" pitchFamily="18" charset="0"/>
                <a:ea typeface="Calibri" panose="020F0502020204030204" pitchFamily="34" charset="0"/>
                <a:cs typeface="Times New Roman" panose="02020603050405020304" pitchFamily="18" charset="0"/>
              </a:rPr>
            </a:br>
            <a:r>
              <a:rPr lang="en-US" sz="1400" kern="100" dirty="0">
                <a:effectLst/>
                <a:latin typeface="Arno Pro Display" panose="02020502050506020403" pitchFamily="18" charset="0"/>
                <a:ea typeface="Calibri" panose="020F0502020204030204" pitchFamily="34" charset="0"/>
                <a:cs typeface="Times New Roman" panose="02020603050405020304" pitchFamily="18" charset="0"/>
              </a:rPr>
              <a:t>variations in booking ratios across different countries, and the types of customers engaging in bookings.</a:t>
            </a:r>
            <a:endParaRPr lang="en-IN" sz="1400" dirty="0">
              <a:latin typeface="Arno Pro Display" panose="02020502050506020403" pitchFamily="18" charset="0"/>
            </a:endParaRPr>
          </a:p>
        </p:txBody>
      </p:sp>
      <p:pic>
        <p:nvPicPr>
          <p:cNvPr id="12" name="Picture 11">
            <a:extLst>
              <a:ext uri="{FF2B5EF4-FFF2-40B4-BE49-F238E27FC236}">
                <a16:creationId xmlns:a16="http://schemas.microsoft.com/office/drawing/2014/main" id="{E621D0F3-58C8-FB41-63D4-18FD924C33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088" y="2112035"/>
            <a:ext cx="4115157" cy="2956816"/>
          </a:xfrm>
          <a:prstGeom prst="rect">
            <a:avLst/>
          </a:prstGeom>
        </p:spPr>
      </p:pic>
      <p:pic>
        <p:nvPicPr>
          <p:cNvPr id="14" name="Picture 13">
            <a:extLst>
              <a:ext uri="{FF2B5EF4-FFF2-40B4-BE49-F238E27FC236}">
                <a16:creationId xmlns:a16="http://schemas.microsoft.com/office/drawing/2014/main" id="{F5E1802D-7E4E-9DCA-2C49-56DF7D4D03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26170" y="2112035"/>
            <a:ext cx="3286903" cy="2971251"/>
          </a:xfrm>
          <a:prstGeom prst="rect">
            <a:avLst/>
          </a:prstGeom>
        </p:spPr>
      </p:pic>
    </p:spTree>
    <p:extLst>
      <p:ext uri="{BB962C8B-B14F-4D97-AF65-F5344CB8AC3E}">
        <p14:creationId xmlns:p14="http://schemas.microsoft.com/office/powerpoint/2010/main" val="132974543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66"/>
          <p:cNvSpPr txBox="1">
            <a:spLocks noGrp="1"/>
          </p:cNvSpPr>
          <p:nvPr>
            <p:ph type="body" idx="1"/>
          </p:nvPr>
        </p:nvSpPr>
        <p:spPr>
          <a:xfrm>
            <a:off x="238539" y="728870"/>
            <a:ext cx="5906268" cy="4782310"/>
          </a:xfrm>
          <a:prstGeom prst="rect">
            <a:avLst/>
          </a:prstGeom>
        </p:spPr>
        <p:txBody>
          <a:bodyPr spcFirstLastPara="1" vert="horz" wrap="square" lIns="121900" tIns="121900" rIns="121900" bIns="121900" rtlCol="0" anchor="ctr" anchorCtr="0">
            <a:noAutofit/>
          </a:bodyPr>
          <a:lstStyle/>
          <a:p>
            <a:pPr marL="0" indent="0">
              <a:buNone/>
            </a:pPr>
            <a:endParaRPr lang="en-US" sz="1867" b="1" dirty="0">
              <a:solidFill>
                <a:schemeClr val="hlink"/>
              </a:solidFill>
              <a:uFill>
                <a:noFill/>
              </a:uFill>
            </a:endParaRPr>
          </a:p>
          <a:p>
            <a:pPr indent="-406390">
              <a:buClr>
                <a:schemeClr val="dk1"/>
              </a:buClr>
              <a:buSzPts val="1200"/>
              <a:buFont typeface="Crimson Pro"/>
              <a:buChar char="●"/>
            </a:pPr>
            <a:r>
              <a:rPr lang="en-US" sz="1867" dirty="0">
                <a:uFill>
                  <a:noFill/>
                </a:uFill>
              </a:rPr>
              <a:t>Based on the Donut chart, only a tiny portion of guests are repeat visitors, about </a:t>
            </a:r>
            <a:r>
              <a:rPr lang="en-US" sz="1867" b="1" dirty="0">
                <a:uFill>
                  <a:noFill/>
                </a:uFill>
              </a:rPr>
              <a:t>3.76</a:t>
            </a:r>
            <a:r>
              <a:rPr lang="en-US" sz="1867" b="1" dirty="0" smtClean="0">
                <a:uFill>
                  <a:noFill/>
                </a:uFill>
              </a:rPr>
              <a:t>%.</a:t>
            </a:r>
          </a:p>
          <a:p>
            <a:pPr marL="203195" indent="0">
              <a:buClr>
                <a:schemeClr val="dk1"/>
              </a:buClr>
              <a:buSzPts val="1200"/>
              <a:buNone/>
            </a:pPr>
            <a:endParaRPr lang="en-US" sz="1867" b="1" dirty="0">
              <a:solidFill>
                <a:schemeClr val="hlink"/>
              </a:solidFill>
              <a:uFill>
                <a:noFill/>
              </a:uFill>
            </a:endParaRPr>
          </a:p>
          <a:p>
            <a:pPr indent="-406390">
              <a:buClr>
                <a:schemeClr val="dk1"/>
              </a:buClr>
              <a:buSzPts val="1200"/>
              <a:buFont typeface="Crimson Pro"/>
              <a:buChar char="●"/>
            </a:pPr>
            <a:r>
              <a:rPr lang="en-US" sz="1867" dirty="0">
                <a:uFill>
                  <a:noFill/>
                </a:uFill>
              </a:rPr>
              <a:t>Based on this observation, we can understand that hotels need to find solutions to encourage more guests to come back to the hotels.</a:t>
            </a:r>
          </a:p>
        </p:txBody>
      </p:sp>
      <p:sp>
        <p:nvSpPr>
          <p:cNvPr id="908" name="Google Shape;908;p66"/>
          <p:cNvSpPr txBox="1">
            <a:spLocks noGrp="1"/>
          </p:cNvSpPr>
          <p:nvPr>
            <p:ph type="ctrTitle"/>
          </p:nvPr>
        </p:nvSpPr>
        <p:spPr>
          <a:xfrm>
            <a:off x="1239024" y="409432"/>
            <a:ext cx="9753600" cy="1364851"/>
          </a:xfrm>
          <a:prstGeom prst="rect">
            <a:avLst/>
          </a:prstGeom>
        </p:spPr>
        <p:txBody>
          <a:bodyPr spcFirstLastPara="1" vert="horz" wrap="square" lIns="121900" tIns="121900" rIns="121900" bIns="121900" rtlCol="0" anchor="t" anchorCtr="0">
            <a:noAutofit/>
          </a:bodyPr>
          <a:lstStyle/>
          <a:p>
            <a:pPr algn="ctr"/>
            <a:r>
              <a:rPr lang="en-CA" sz="3200" dirty="0"/>
              <a:t>PROPORTION OF REPEATED</a:t>
            </a:r>
            <a:r>
              <a:rPr lang="en" sz="4267" dirty="0"/>
              <a:t/>
            </a:r>
            <a:br>
              <a:rPr lang="en" sz="4267" dirty="0"/>
            </a:br>
            <a:r>
              <a:rPr lang="en" sz="4267" dirty="0">
                <a:solidFill>
                  <a:schemeClr val="dk2"/>
                </a:solidFill>
              </a:rPr>
              <a:t>GUESTS </a:t>
            </a:r>
            <a:endParaRPr sz="72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6292" y="1438168"/>
            <a:ext cx="6275708" cy="4514899"/>
          </a:xfrm>
          <a:prstGeom prst="rect">
            <a:avLst/>
          </a:prstGeom>
        </p:spPr>
      </p:pic>
    </p:spTree>
    <p:extLst>
      <p:ext uri="{BB962C8B-B14F-4D97-AF65-F5344CB8AC3E}">
        <p14:creationId xmlns:p14="http://schemas.microsoft.com/office/powerpoint/2010/main" val="225973102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12C02-17B3-B940-209E-F2BE3A56608D}"/>
              </a:ext>
            </a:extLst>
          </p:cNvPr>
          <p:cNvSpPr>
            <a:spLocks noGrp="1"/>
          </p:cNvSpPr>
          <p:nvPr>
            <p:ph type="title"/>
          </p:nvPr>
        </p:nvSpPr>
        <p:spPr/>
        <p:txBody>
          <a:bodyPr/>
          <a:lstStyle/>
          <a:p>
            <a:r>
              <a:rPr lang="en-IN" kern="0" dirty="0">
                <a:effectLst/>
                <a:ea typeface="Times New Roman" panose="02020603050405020304" pitchFamily="18" charset="0"/>
                <a:cs typeface="Times New Roman" panose="02020603050405020304" pitchFamily="18" charset="0"/>
              </a:rPr>
              <a:t>Cancellation Analysis:</a:t>
            </a:r>
            <a:r>
              <a:rPr lang="en-IN" sz="1800" kern="100" dirty="0">
                <a:solidFill>
                  <a:srgbClr val="D1D5DB"/>
                </a:solidFill>
                <a:effectLst/>
                <a:latin typeface="Calibri" panose="020F0502020204030204" pitchFamily="34" charset="0"/>
                <a:ea typeface="Calibri" panose="020F0502020204030204" pitchFamily="34" charset="0"/>
                <a:cs typeface="Times New Roman" panose="02020603050405020304" pitchFamily="18" charset="0"/>
              </a:rPr>
              <a:t/>
            </a:r>
            <a:br>
              <a:rPr lang="en-IN" sz="1800" kern="100" dirty="0">
                <a:solidFill>
                  <a:srgbClr val="D1D5DB"/>
                </a:solidFill>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58C7A8E5-29BC-D85D-812E-CF31135DB8B6}"/>
              </a:ext>
            </a:extLst>
          </p:cNvPr>
          <p:cNvSpPr>
            <a:spLocks noGrp="1"/>
          </p:cNvSpPr>
          <p:nvPr>
            <p:ph idx="1"/>
          </p:nvPr>
        </p:nvSpPr>
        <p:spPr>
          <a:xfrm>
            <a:off x="1268963" y="1959429"/>
            <a:ext cx="10578993" cy="4450701"/>
          </a:xfrm>
        </p:spPr>
        <p:txBody>
          <a:bodyPr>
            <a:normAutofit/>
          </a:bodyPr>
          <a:lstStyle/>
          <a:p>
            <a:pPr marL="457200" lvl="1" indent="0">
              <a:lnSpc>
                <a:spcPct val="115000"/>
              </a:lnSpc>
              <a:spcAft>
                <a:spcPts val="1000"/>
              </a:spcAft>
              <a:buSzPts val="1000"/>
              <a:buNone/>
              <a:tabLst>
                <a:tab pos="914400" algn="l"/>
              </a:tabLst>
            </a:pPr>
            <a:r>
              <a:rPr lang="en-US" u="sng" dirty="0"/>
              <a:t>Find out the most typical cancellation reasons. </a:t>
            </a:r>
            <a:endParaRPr lang="en-US" u="sng" dirty="0" smtClean="0"/>
          </a:p>
          <a:p>
            <a:pPr marL="800100" lvl="1" indent="-342900">
              <a:lnSpc>
                <a:spcPct val="115000"/>
              </a:lnSpc>
              <a:spcAft>
                <a:spcPts val="1000"/>
              </a:spcAft>
              <a:buSzPts val="1000"/>
              <a:buAutoNum type="arabicPeriod"/>
              <a:tabLst>
                <a:tab pos="914400" algn="l"/>
              </a:tabLst>
            </a:pPr>
            <a:r>
              <a:rPr lang="en-US" dirty="0" smtClean="0"/>
              <a:t>Changes</a:t>
            </a:r>
            <a:r>
              <a:rPr lang="en-US" dirty="0"/>
              <a:t> in </a:t>
            </a:r>
            <a:r>
              <a:rPr lang="en-US" dirty="0" smtClean="0"/>
              <a:t>plans</a:t>
            </a:r>
          </a:p>
          <a:p>
            <a:pPr marL="800100" lvl="1" indent="-342900">
              <a:lnSpc>
                <a:spcPct val="115000"/>
              </a:lnSpc>
              <a:spcAft>
                <a:spcPts val="1000"/>
              </a:spcAft>
              <a:buSzPts val="1000"/>
              <a:buAutoNum type="arabicPeriod"/>
              <a:tabLst>
                <a:tab pos="914400" algn="l"/>
              </a:tabLst>
            </a:pPr>
            <a:r>
              <a:rPr lang="en-US" dirty="0"/>
              <a:t>B</a:t>
            </a:r>
            <a:r>
              <a:rPr lang="en-US" dirty="0" smtClean="0"/>
              <a:t>udget constraints</a:t>
            </a:r>
          </a:p>
          <a:p>
            <a:pPr marL="800100" lvl="1" indent="-342900">
              <a:lnSpc>
                <a:spcPct val="115000"/>
              </a:lnSpc>
              <a:spcAft>
                <a:spcPts val="1000"/>
              </a:spcAft>
              <a:buSzPts val="1000"/>
              <a:buAutoNum type="arabicPeriod"/>
              <a:tabLst>
                <a:tab pos="914400" algn="l"/>
              </a:tabLst>
            </a:pPr>
            <a:r>
              <a:rPr lang="en-US" dirty="0"/>
              <a:t>H</a:t>
            </a:r>
            <a:r>
              <a:rPr lang="en-US" dirty="0" smtClean="0"/>
              <a:t>ealth issues </a:t>
            </a:r>
          </a:p>
          <a:p>
            <a:pPr marL="800100" lvl="1" indent="-342900">
              <a:lnSpc>
                <a:spcPct val="115000"/>
              </a:lnSpc>
              <a:spcAft>
                <a:spcPts val="1000"/>
              </a:spcAft>
              <a:buSzPts val="1000"/>
              <a:buAutoNum type="arabicPeriod"/>
              <a:tabLst>
                <a:tab pos="914400" algn="l"/>
              </a:tabLst>
            </a:pPr>
            <a:r>
              <a:rPr lang="en-US" dirty="0"/>
              <a:t>E</a:t>
            </a:r>
            <a:r>
              <a:rPr lang="en-US" dirty="0" smtClean="0"/>
              <a:t>rrors </a:t>
            </a:r>
            <a:r>
              <a:rPr lang="en-US" dirty="0"/>
              <a:t>in reservations, </a:t>
            </a:r>
            <a:endParaRPr lang="en-US" dirty="0" smtClean="0"/>
          </a:p>
          <a:p>
            <a:pPr marL="800100" lvl="1" indent="-342900">
              <a:lnSpc>
                <a:spcPct val="115000"/>
              </a:lnSpc>
              <a:spcAft>
                <a:spcPts val="1000"/>
              </a:spcAft>
              <a:buSzPts val="1000"/>
              <a:buAutoNum type="arabicPeriod"/>
              <a:tabLst>
                <a:tab pos="914400" algn="l"/>
              </a:tabLst>
            </a:pPr>
            <a:r>
              <a:rPr lang="en-US" dirty="0"/>
              <a:t>N</a:t>
            </a:r>
            <a:r>
              <a:rPr lang="en-US" dirty="0" smtClean="0"/>
              <a:t>egative </a:t>
            </a:r>
            <a:r>
              <a:rPr lang="en-US" dirty="0"/>
              <a:t>reviews or ratings, </a:t>
            </a:r>
            <a:endParaRPr lang="en-US" dirty="0" smtClean="0"/>
          </a:p>
          <a:p>
            <a:pPr marL="457200" lvl="1" indent="0">
              <a:lnSpc>
                <a:spcPct val="115000"/>
              </a:lnSpc>
              <a:spcAft>
                <a:spcPts val="1000"/>
              </a:spcAft>
              <a:buSzPts val="1000"/>
              <a:buNone/>
              <a:tabLst>
                <a:tab pos="914400" algn="l"/>
              </a:tabLst>
            </a:pPr>
            <a:endParaRPr lang="en-US" dirty="0" smtClean="0"/>
          </a:p>
        </p:txBody>
      </p:sp>
    </p:spTree>
    <p:extLst>
      <p:ext uri="{BB962C8B-B14F-4D97-AF65-F5344CB8AC3E}">
        <p14:creationId xmlns:p14="http://schemas.microsoft.com/office/powerpoint/2010/main" val="81013455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90D5754-7697-2E24-1B9A-DABB0072C5F1}"/>
              </a:ext>
            </a:extLst>
          </p:cNvPr>
          <p:cNvSpPr>
            <a:spLocks noGrp="1"/>
          </p:cNvSpPr>
          <p:nvPr>
            <p:ph type="title"/>
          </p:nvPr>
        </p:nvSpPr>
        <p:spPr>
          <a:xfrm>
            <a:off x="1451579" y="804519"/>
            <a:ext cx="9603275" cy="1049235"/>
          </a:xfrm>
        </p:spPr>
        <p:txBody>
          <a:bodyPr/>
          <a:lstStyle/>
          <a:p>
            <a:r>
              <a:rPr lang="en-IN" kern="0" dirty="0">
                <a:effectLst/>
                <a:ea typeface="Times New Roman" panose="02020603050405020304" pitchFamily="18" charset="0"/>
                <a:cs typeface="Times New Roman" panose="02020603050405020304" pitchFamily="18" charset="0"/>
              </a:rPr>
              <a:t>Cancellation Analysis:</a:t>
            </a:r>
            <a:r>
              <a:rPr lang="en-IN" sz="1800" kern="100" dirty="0">
                <a:solidFill>
                  <a:srgbClr val="D1D5DB"/>
                </a:solidFill>
                <a:effectLst/>
                <a:latin typeface="Calibri" panose="020F0502020204030204" pitchFamily="34" charset="0"/>
                <a:ea typeface="Calibri" panose="020F0502020204030204" pitchFamily="34" charset="0"/>
                <a:cs typeface="Times New Roman" panose="02020603050405020304" pitchFamily="18" charset="0"/>
              </a:rPr>
              <a:t/>
            </a:r>
            <a:br>
              <a:rPr lang="en-IN" sz="1800" kern="100" dirty="0">
                <a:solidFill>
                  <a:srgbClr val="D1D5DB"/>
                </a:solidFill>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5" name="Content Placeholder 2">
            <a:extLst>
              <a:ext uri="{FF2B5EF4-FFF2-40B4-BE49-F238E27FC236}">
                <a16:creationId xmlns:a16="http://schemas.microsoft.com/office/drawing/2014/main" id="{2AA7BEC3-9A01-1DE1-AFCA-5AAB3EF74DB4}"/>
              </a:ext>
            </a:extLst>
          </p:cNvPr>
          <p:cNvSpPr>
            <a:spLocks noGrp="1"/>
          </p:cNvSpPr>
          <p:nvPr>
            <p:ph idx="1"/>
          </p:nvPr>
        </p:nvSpPr>
        <p:spPr>
          <a:xfrm>
            <a:off x="1119674" y="1562420"/>
            <a:ext cx="10578993" cy="4450701"/>
          </a:xfrm>
        </p:spPr>
        <p:txBody>
          <a:bodyPr>
            <a:normAutofit/>
          </a:bodyPr>
          <a:lstStyle/>
          <a:p>
            <a:pPr marL="685800"/>
            <a:endParaRPr lang="en-IN" dirty="0">
              <a:effectLst/>
            </a:endParaRPr>
          </a:p>
          <a:p>
            <a:pPr marL="457200" lvl="1" indent="0">
              <a:lnSpc>
                <a:spcPct val="115000"/>
              </a:lnSpc>
              <a:spcAft>
                <a:spcPts val="1000"/>
              </a:spcAft>
              <a:buSzPts val="1000"/>
              <a:buNone/>
              <a:tabLst>
                <a:tab pos="914400" algn="l"/>
              </a:tabLst>
            </a:pPr>
            <a:r>
              <a:rPr lang="en-IN" sz="2200" b="1" u="sng" kern="0" dirty="0" smtClean="0">
                <a:latin typeface="Arno Pro Display" panose="02020502050506020403" pitchFamily="18" charset="0"/>
                <a:ea typeface="Times New Roman" panose="02020603050405020304" pitchFamily="18" charset="0"/>
                <a:cs typeface="Times New Roman" panose="02020603050405020304" pitchFamily="18" charset="0"/>
              </a:rPr>
              <a:t>To avoid the factors of cancellation we can suggest following things</a:t>
            </a:r>
          </a:p>
          <a:p>
            <a:pPr marL="914400" lvl="1" indent="-457200">
              <a:lnSpc>
                <a:spcPct val="115000"/>
              </a:lnSpc>
              <a:spcAft>
                <a:spcPts val="1000"/>
              </a:spcAft>
              <a:buSzPts val="1000"/>
              <a:buAutoNum type="arabicPeriod"/>
              <a:tabLst>
                <a:tab pos="914400" algn="l"/>
              </a:tabLst>
            </a:pPr>
            <a:r>
              <a:rPr lang="en-US" sz="2200" b="1" kern="0" dirty="0" smtClean="0">
                <a:latin typeface="Arno Pro Display" panose="02020502050506020403" pitchFamily="18" charset="0"/>
                <a:ea typeface="Times New Roman" panose="02020603050405020304" pitchFamily="18" charset="0"/>
                <a:cs typeface="Times New Roman" panose="02020603050405020304" pitchFamily="18" charset="0"/>
              </a:rPr>
              <a:t>Changes</a:t>
            </a:r>
            <a:r>
              <a:rPr lang="en-US" sz="2200" b="1" kern="0" dirty="0">
                <a:latin typeface="Arno Pro Display" panose="02020502050506020403" pitchFamily="18" charset="0"/>
                <a:ea typeface="Times New Roman" panose="02020603050405020304" pitchFamily="18" charset="0"/>
                <a:cs typeface="Times New Roman" panose="02020603050405020304" pitchFamily="18" charset="0"/>
              </a:rPr>
              <a:t> in plans- We can Offer flexible date modification instead of </a:t>
            </a:r>
            <a:r>
              <a:rPr lang="en-US" sz="2200" b="1" kern="0" dirty="0" smtClean="0">
                <a:latin typeface="Arno Pro Display" panose="02020502050506020403" pitchFamily="18" charset="0"/>
                <a:ea typeface="Times New Roman" panose="02020603050405020304" pitchFamily="18" charset="0"/>
                <a:cs typeface="Times New Roman" panose="02020603050405020304" pitchFamily="18" charset="0"/>
              </a:rPr>
              <a:t>cancellation</a:t>
            </a:r>
          </a:p>
          <a:p>
            <a:pPr marL="914400" lvl="1" indent="-457200">
              <a:lnSpc>
                <a:spcPct val="115000"/>
              </a:lnSpc>
              <a:spcAft>
                <a:spcPts val="1000"/>
              </a:spcAft>
              <a:buSzPts val="1000"/>
              <a:buFont typeface="Arial" panose="020B0604020202020204" pitchFamily="34" charset="0"/>
              <a:buAutoNum type="arabicPeriod"/>
              <a:tabLst>
                <a:tab pos="914400" algn="l"/>
              </a:tabLst>
            </a:pPr>
            <a:r>
              <a:rPr lang="en-US" sz="2200" b="1" kern="0" dirty="0">
                <a:latin typeface="Arno Pro Display" panose="02020502050506020403" pitchFamily="18" charset="0"/>
                <a:ea typeface="Times New Roman" panose="02020603050405020304" pitchFamily="18" charset="0"/>
                <a:cs typeface="Times New Roman" panose="02020603050405020304" pitchFamily="18" charset="0"/>
              </a:rPr>
              <a:t>Budget constraints- We can Introduce best-price guarantee or </a:t>
            </a:r>
            <a:r>
              <a:rPr lang="en-US" sz="2200" b="1" kern="0" dirty="0" smtClean="0">
                <a:latin typeface="Arno Pro Display" panose="02020502050506020403" pitchFamily="18" charset="0"/>
                <a:ea typeface="Times New Roman" panose="02020603050405020304" pitchFamily="18" charset="0"/>
                <a:cs typeface="Times New Roman" panose="02020603050405020304" pitchFamily="18" charset="0"/>
              </a:rPr>
              <a:t>discount</a:t>
            </a:r>
          </a:p>
          <a:p>
            <a:pPr marL="914400" lvl="1" indent="-457200">
              <a:lnSpc>
                <a:spcPct val="115000"/>
              </a:lnSpc>
              <a:spcAft>
                <a:spcPts val="1000"/>
              </a:spcAft>
              <a:buSzPts val="1000"/>
              <a:buFont typeface="Arial" panose="020B0604020202020204" pitchFamily="34" charset="0"/>
              <a:buAutoNum type="arabicPeriod"/>
              <a:tabLst>
                <a:tab pos="914400" algn="l"/>
              </a:tabLst>
            </a:pPr>
            <a:r>
              <a:rPr lang="en-US" sz="2200" b="1" kern="0" dirty="0">
                <a:latin typeface="Arno Pro Display" panose="02020502050506020403" pitchFamily="18" charset="0"/>
                <a:ea typeface="Times New Roman" panose="02020603050405020304" pitchFamily="18" charset="0"/>
                <a:cs typeface="Times New Roman" panose="02020603050405020304" pitchFamily="18" charset="0"/>
              </a:rPr>
              <a:t>Health issues </a:t>
            </a:r>
            <a:r>
              <a:rPr lang="en-US" sz="2200" b="1" kern="0" dirty="0" smtClean="0">
                <a:latin typeface="Arno Pro Display" panose="02020502050506020403" pitchFamily="18" charset="0"/>
                <a:ea typeface="Times New Roman" panose="02020603050405020304" pitchFamily="18" charset="0"/>
                <a:cs typeface="Times New Roman" panose="02020603050405020304" pitchFamily="18" charset="0"/>
              </a:rPr>
              <a:t>-</a:t>
            </a:r>
            <a:r>
              <a:rPr lang="en-US" sz="2200" b="1" kern="0" dirty="0">
                <a:latin typeface="Arno Pro Display" panose="02020502050506020403" pitchFamily="18" charset="0"/>
                <a:ea typeface="Times New Roman" panose="02020603050405020304" pitchFamily="18" charset="0"/>
                <a:cs typeface="Times New Roman" panose="02020603050405020304" pitchFamily="18" charset="0"/>
              </a:rPr>
              <a:t>Allow medical cancellation with </a:t>
            </a:r>
            <a:r>
              <a:rPr lang="en-US" sz="2200" b="1" kern="0" dirty="0" smtClean="0">
                <a:latin typeface="Arno Pro Display" panose="02020502050506020403" pitchFamily="18" charset="0"/>
                <a:ea typeface="Times New Roman" panose="02020603050405020304" pitchFamily="18" charset="0"/>
                <a:cs typeface="Times New Roman" panose="02020603050405020304" pitchFamily="18" charset="0"/>
              </a:rPr>
              <a:t>proof</a:t>
            </a:r>
          </a:p>
          <a:p>
            <a:pPr marL="914400" lvl="1" indent="-457200">
              <a:lnSpc>
                <a:spcPct val="115000"/>
              </a:lnSpc>
              <a:spcAft>
                <a:spcPts val="1000"/>
              </a:spcAft>
              <a:buSzPts val="1000"/>
              <a:buFont typeface="Arial" panose="020B0604020202020204" pitchFamily="34" charset="0"/>
              <a:buAutoNum type="arabicPeriod"/>
              <a:tabLst>
                <a:tab pos="914400" algn="l"/>
              </a:tabLst>
            </a:pPr>
            <a:r>
              <a:rPr lang="en-US" sz="2200" b="1" kern="0" dirty="0" smtClean="0">
                <a:latin typeface="Arno Pro Display" panose="02020502050506020403" pitchFamily="18" charset="0"/>
                <a:ea typeface="Times New Roman" panose="02020603050405020304" pitchFamily="18" charset="0"/>
                <a:cs typeface="Times New Roman" panose="02020603050405020304" pitchFamily="18" charset="0"/>
              </a:rPr>
              <a:t>Errors </a:t>
            </a:r>
            <a:r>
              <a:rPr lang="en-US" sz="2200" b="1" kern="0" dirty="0">
                <a:latin typeface="Arno Pro Display" panose="02020502050506020403" pitchFamily="18" charset="0"/>
                <a:ea typeface="Times New Roman" panose="02020603050405020304" pitchFamily="18" charset="0"/>
                <a:cs typeface="Times New Roman" panose="02020603050405020304" pitchFamily="18" charset="0"/>
              </a:rPr>
              <a:t>in reservations- </a:t>
            </a:r>
            <a:r>
              <a:rPr lang="en-IN" sz="2200" b="1" kern="0" dirty="0">
                <a:latin typeface="Arno Pro Display" panose="02020502050506020403" pitchFamily="18" charset="0"/>
                <a:ea typeface="Times New Roman" panose="02020603050405020304" pitchFamily="18" charset="0"/>
                <a:cs typeface="Times New Roman" panose="02020603050405020304" pitchFamily="18" charset="0"/>
              </a:rPr>
              <a:t>Enable easy same-day </a:t>
            </a:r>
            <a:r>
              <a:rPr lang="en-IN" sz="2200" b="1" kern="0" dirty="0" smtClean="0">
                <a:latin typeface="Arno Pro Display" panose="02020502050506020403" pitchFamily="18" charset="0"/>
                <a:ea typeface="Times New Roman" panose="02020603050405020304" pitchFamily="18" charset="0"/>
                <a:cs typeface="Times New Roman" panose="02020603050405020304" pitchFamily="18" charset="0"/>
              </a:rPr>
              <a:t>corrections</a:t>
            </a:r>
          </a:p>
          <a:p>
            <a:pPr marL="914400" lvl="1" indent="-457200">
              <a:lnSpc>
                <a:spcPct val="115000"/>
              </a:lnSpc>
              <a:spcAft>
                <a:spcPts val="1000"/>
              </a:spcAft>
              <a:buSzPts val="1000"/>
              <a:buFont typeface="Arial" panose="020B0604020202020204" pitchFamily="34" charset="0"/>
              <a:buAutoNum type="arabicPeriod"/>
              <a:tabLst>
                <a:tab pos="914400" algn="l"/>
              </a:tabLst>
            </a:pPr>
            <a:r>
              <a:rPr lang="en-US" sz="2200" b="1" kern="0" dirty="0">
                <a:latin typeface="Arno Pro Display" panose="02020502050506020403" pitchFamily="18" charset="0"/>
                <a:ea typeface="Times New Roman" panose="02020603050405020304" pitchFamily="18" charset="0"/>
                <a:cs typeface="Times New Roman" panose="02020603050405020304" pitchFamily="18" charset="0"/>
              </a:rPr>
              <a:t>Negative reviews or </a:t>
            </a:r>
            <a:r>
              <a:rPr lang="en-US" sz="2200" b="1" kern="0" dirty="0" smtClean="0">
                <a:latin typeface="Arno Pro Display" panose="02020502050506020403" pitchFamily="18" charset="0"/>
                <a:ea typeface="Times New Roman" panose="02020603050405020304" pitchFamily="18" charset="0"/>
                <a:cs typeface="Times New Roman" panose="02020603050405020304" pitchFamily="18" charset="0"/>
              </a:rPr>
              <a:t>ratings- </a:t>
            </a:r>
            <a:r>
              <a:rPr lang="en-US" sz="2200" b="1" kern="0" dirty="0">
                <a:latin typeface="Arno Pro Display" panose="02020502050506020403" pitchFamily="18" charset="0"/>
                <a:ea typeface="Times New Roman" panose="02020603050405020304" pitchFamily="18" charset="0"/>
                <a:cs typeface="Times New Roman" panose="02020603050405020304" pitchFamily="18" charset="0"/>
              </a:rPr>
              <a:t>Respond to bad reviews quickly</a:t>
            </a:r>
          </a:p>
          <a:p>
            <a:pPr marL="914400" lvl="1" indent="-457200">
              <a:lnSpc>
                <a:spcPct val="115000"/>
              </a:lnSpc>
              <a:spcAft>
                <a:spcPts val="1000"/>
              </a:spcAft>
              <a:buSzPts val="1000"/>
              <a:buFont typeface="Arial" panose="020B0604020202020204" pitchFamily="34" charset="0"/>
              <a:buAutoNum type="arabicPeriod"/>
              <a:tabLst>
                <a:tab pos="914400" algn="l"/>
              </a:tabLst>
            </a:pPr>
            <a:endParaRPr lang="en-IN" sz="2200" b="1" kern="0" dirty="0" smtClean="0">
              <a:latin typeface="Arno Pro Display" panose="02020502050506020403" pitchFamily="18" charset="0"/>
              <a:ea typeface="Times New Roman" panose="02020603050405020304" pitchFamily="18" charset="0"/>
              <a:cs typeface="Times New Roman" panose="02020603050405020304" pitchFamily="18" charset="0"/>
            </a:endParaRPr>
          </a:p>
          <a:p>
            <a:pPr marL="914400" lvl="1" indent="-457200">
              <a:lnSpc>
                <a:spcPct val="115000"/>
              </a:lnSpc>
              <a:spcAft>
                <a:spcPts val="1000"/>
              </a:spcAft>
              <a:buSzPts val="1000"/>
              <a:buFont typeface="Arial" panose="020B0604020202020204" pitchFamily="34" charset="0"/>
              <a:buAutoNum type="arabicPeriod"/>
              <a:tabLst>
                <a:tab pos="914400" algn="l"/>
              </a:tabLst>
            </a:pPr>
            <a:endParaRPr lang="en-US" sz="2200" b="1" kern="0" dirty="0">
              <a:latin typeface="Arno Pro Display" panose="02020502050506020403" pitchFamily="18" charset="0"/>
              <a:ea typeface="Times New Roman" panose="02020603050405020304" pitchFamily="18" charset="0"/>
              <a:cs typeface="Times New Roman" panose="02020603050405020304" pitchFamily="18" charset="0"/>
            </a:endParaRPr>
          </a:p>
          <a:p>
            <a:pPr marL="914400" lvl="1" indent="-457200">
              <a:lnSpc>
                <a:spcPct val="115000"/>
              </a:lnSpc>
              <a:spcAft>
                <a:spcPts val="1000"/>
              </a:spcAft>
              <a:buSzPts val="1000"/>
              <a:buFont typeface="Arial" panose="020B0604020202020204" pitchFamily="34" charset="0"/>
              <a:buAutoNum type="arabicPeriod"/>
              <a:tabLst>
                <a:tab pos="914400" algn="l"/>
              </a:tabLst>
            </a:pPr>
            <a:endParaRPr lang="en-US" sz="2200" b="1" kern="0" dirty="0">
              <a:latin typeface="Arno Pro Display" panose="02020502050506020403" pitchFamily="18" charset="0"/>
              <a:ea typeface="Times New Roman" panose="02020603050405020304" pitchFamily="18" charset="0"/>
              <a:cs typeface="Times New Roman" panose="02020603050405020304" pitchFamily="18" charset="0"/>
            </a:endParaRPr>
          </a:p>
          <a:p>
            <a:pPr marL="914400" lvl="1" indent="-457200">
              <a:lnSpc>
                <a:spcPct val="115000"/>
              </a:lnSpc>
              <a:spcAft>
                <a:spcPts val="1000"/>
              </a:spcAft>
              <a:buSzPts val="1000"/>
              <a:buAutoNum type="arabicPeriod"/>
              <a:tabLst>
                <a:tab pos="914400" algn="l"/>
              </a:tabLst>
            </a:pPr>
            <a:endParaRPr lang="en-US" sz="2200" b="1" kern="0" dirty="0">
              <a:latin typeface="Arno Pro Display" panose="02020502050506020403" pitchFamily="18" charset="0"/>
              <a:ea typeface="Times New Roman" panose="02020603050405020304" pitchFamily="18" charset="0"/>
              <a:cs typeface="Times New Roman" panose="02020603050405020304" pitchFamily="18" charset="0"/>
            </a:endParaRPr>
          </a:p>
          <a:p>
            <a:pPr marL="457200" lvl="1" indent="0">
              <a:lnSpc>
                <a:spcPct val="115000"/>
              </a:lnSpc>
              <a:spcAft>
                <a:spcPts val="1000"/>
              </a:spcAft>
              <a:buSzPts val="1000"/>
              <a:buNone/>
              <a:tabLst>
                <a:tab pos="914400" algn="l"/>
              </a:tabLst>
            </a:pPr>
            <a:endParaRPr lang="en-IN" sz="2200" b="1" kern="0" dirty="0">
              <a:effectLst/>
              <a:latin typeface="Arno Pro Display" panose="02020502050506020403" pitchFamily="18" charset="0"/>
              <a:ea typeface="Times New Roman" panose="02020603050405020304" pitchFamily="18" charset="0"/>
              <a:cs typeface="Times New Roman" panose="02020603050405020304" pitchFamily="18" charset="0"/>
            </a:endParaRPr>
          </a:p>
          <a:p>
            <a:pPr marL="742950" lvl="1" indent="-285750">
              <a:lnSpc>
                <a:spcPct val="115000"/>
              </a:lnSpc>
              <a:spcAft>
                <a:spcPts val="1000"/>
              </a:spcAft>
              <a:buSzPts val="1000"/>
              <a:buFont typeface="Symbol" panose="05050102010706020507" pitchFamily="18" charset="2"/>
              <a:buChar char=""/>
              <a:tabLst>
                <a:tab pos="914400" algn="l"/>
              </a:tabLst>
            </a:pPr>
            <a:endParaRPr lang="en-IN" sz="1200" b="0" i="0" dirty="0">
              <a:effectLst/>
              <a:latin typeface="Arno Pro Display" panose="02020502050506020403" pitchFamily="18" charset="0"/>
            </a:endParaRPr>
          </a:p>
          <a:p>
            <a:pPr marL="742950" lvl="1" indent="-285750">
              <a:lnSpc>
                <a:spcPct val="115000"/>
              </a:lnSpc>
              <a:spcAft>
                <a:spcPts val="1000"/>
              </a:spcAft>
              <a:buSzPts val="1000"/>
              <a:buFont typeface="Symbol" panose="05050102010706020507" pitchFamily="18" charset="2"/>
              <a:buChar char=""/>
              <a:tabLst>
                <a:tab pos="914400" algn="l"/>
              </a:tabLst>
            </a:pPr>
            <a:endParaRPr lang="en-IN" sz="1200" kern="0" dirty="0">
              <a:effectLst/>
              <a:ea typeface="Times New Roman" panose="02020603050405020304" pitchFamily="18" charset="0"/>
              <a:cs typeface="Times New Roman" panose="02020603050405020304" pitchFamily="18" charset="0"/>
            </a:endParaRPr>
          </a:p>
          <a:p>
            <a:pPr marL="742950" lvl="1" indent="-285750">
              <a:lnSpc>
                <a:spcPct val="115000"/>
              </a:lnSpc>
              <a:spcAft>
                <a:spcPts val="1000"/>
              </a:spcAft>
              <a:buSzPts val="1000"/>
              <a:buFont typeface="Symbol" panose="05050102010706020507" pitchFamily="18" charset="2"/>
              <a:buChar char=""/>
              <a:tabLst>
                <a:tab pos="914400" algn="l"/>
              </a:tabLst>
            </a:pPr>
            <a:endParaRPr lang="en-IN" sz="1100"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4886249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D22CA-85DB-B9E6-BE90-2B66C19D5656}"/>
              </a:ext>
            </a:extLst>
          </p:cNvPr>
          <p:cNvSpPr>
            <a:spLocks noGrp="1"/>
          </p:cNvSpPr>
          <p:nvPr>
            <p:ph type="title"/>
          </p:nvPr>
        </p:nvSpPr>
        <p:spPr>
          <a:xfrm>
            <a:off x="777059" y="872843"/>
            <a:ext cx="9603275" cy="970968"/>
          </a:xfrm>
        </p:spPr>
        <p:txBody>
          <a:bodyPr>
            <a:normAutofit fontScale="90000"/>
          </a:bodyPr>
          <a:lstStyle/>
          <a:p>
            <a:pPr marL="685800"/>
            <a:r>
              <a:rPr lang="en-IN" sz="4900" kern="0" dirty="0">
                <a:effectLst/>
                <a:latin typeface="Arno Pro Caption" panose="02020502040506020403" pitchFamily="18" charset="0"/>
                <a:ea typeface="Times New Roman" panose="02020603050405020304" pitchFamily="18" charset="0"/>
                <a:cs typeface="Times New Roman" panose="02020603050405020304" pitchFamily="18" charset="0"/>
              </a:rPr>
              <a:t>Financial Insights</a:t>
            </a:r>
            <a:br>
              <a:rPr lang="en-IN" sz="4900" kern="0" dirty="0">
                <a:effectLst/>
                <a:latin typeface="Arno Pro Caption" panose="02020502040506020403" pitchFamily="18" charset="0"/>
                <a:ea typeface="Times New Roman" panose="02020603050405020304" pitchFamily="18" charset="0"/>
                <a:cs typeface="Times New Roman" panose="02020603050405020304" pitchFamily="18" charset="0"/>
              </a:rPr>
            </a:br>
            <a:r>
              <a:rPr lang="en-IN" sz="1600" kern="0" dirty="0">
                <a:effectLst/>
                <a:latin typeface="Arno Pro Display" panose="02020502050506020403" pitchFamily="18" charset="0"/>
                <a:ea typeface="Times New Roman" panose="02020603050405020304" pitchFamily="18" charset="0"/>
                <a:cs typeface="Times New Roman" panose="02020603050405020304" pitchFamily="18" charset="0"/>
              </a:rPr>
              <a:t>Calculate the average daily rate (ADR) and its distribution channels.</a:t>
            </a:r>
            <a:r>
              <a:rPr lang="en-IN" sz="1600" kern="100" dirty="0">
                <a:effectLst/>
                <a:latin typeface="Arno Pro Display" panose="02020502050506020403" pitchFamily="18" charset="0"/>
                <a:ea typeface="Calibri" panose="020F0502020204030204" pitchFamily="34" charset="0"/>
                <a:cs typeface="Times New Roman" panose="02020603050405020304" pitchFamily="18" charset="0"/>
              </a:rPr>
              <a:t/>
            </a:r>
            <a:br>
              <a:rPr lang="en-IN" sz="1600" kern="100" dirty="0">
                <a:effectLst/>
                <a:latin typeface="Arno Pro Display" panose="02020502050506020403" pitchFamily="18" charset="0"/>
                <a:ea typeface="Calibri" panose="020F0502020204030204" pitchFamily="34" charset="0"/>
                <a:cs typeface="Times New Roman" panose="02020603050405020304" pitchFamily="18" charset="0"/>
              </a:rPr>
            </a:br>
            <a:r>
              <a:rPr lang="en-IN" sz="1600" kern="0" dirty="0">
                <a:effectLst/>
                <a:latin typeface="Arno Pro Display" panose="02020502050506020403" pitchFamily="18" charset="0"/>
                <a:ea typeface="Times New Roman" panose="02020603050405020304" pitchFamily="18" charset="0"/>
                <a:cs typeface="Times New Roman" panose="02020603050405020304" pitchFamily="18" charset="0"/>
              </a:rPr>
              <a:t> </a:t>
            </a: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IN" kern="100" dirty="0">
                <a:effectLst/>
                <a:ea typeface="Calibri" panose="020F0502020204030204" pitchFamily="34" charset="0"/>
                <a:cs typeface="Times New Roman" panose="02020603050405020304" pitchFamily="18" charset="0"/>
              </a:rPr>
              <a:t/>
            </a:r>
            <a:br>
              <a:rPr lang="en-IN" kern="100" dirty="0">
                <a:effectLst/>
                <a:ea typeface="Calibri" panose="020F0502020204030204" pitchFamily="34" charset="0"/>
                <a:cs typeface="Times New Roman" panose="02020603050405020304" pitchFamily="18" charset="0"/>
              </a:rPr>
            </a:br>
            <a:endParaRPr lang="en-IN" dirty="0"/>
          </a:p>
        </p:txBody>
      </p:sp>
      <p:sp>
        <p:nvSpPr>
          <p:cNvPr id="7" name="Content Placeholder 6">
            <a:extLst>
              <a:ext uri="{FF2B5EF4-FFF2-40B4-BE49-F238E27FC236}">
                <a16:creationId xmlns:a16="http://schemas.microsoft.com/office/drawing/2014/main" id="{733FBEE9-070A-88F7-2674-2E72B100E2A7}"/>
              </a:ext>
            </a:extLst>
          </p:cNvPr>
          <p:cNvSpPr>
            <a:spLocks noGrp="1"/>
          </p:cNvSpPr>
          <p:nvPr>
            <p:ph idx="1"/>
          </p:nvPr>
        </p:nvSpPr>
        <p:spPr>
          <a:xfrm>
            <a:off x="6574971" y="1978975"/>
            <a:ext cx="5131837" cy="3841632"/>
          </a:xfrm>
        </p:spPr>
        <p:txBody>
          <a:bodyPr>
            <a:normAutofit/>
          </a:bodyPr>
          <a:lstStyle/>
          <a:p>
            <a:pPr marL="0" indent="0">
              <a:buNone/>
            </a:pPr>
            <a:r>
              <a:rPr lang="en-US" dirty="0">
                <a:latin typeface="Arno Pro Caption" panose="02020502040506020403" pitchFamily="18" charset="0"/>
              </a:rPr>
              <a:t>This chart indicates the revenue generated through various distribution channels, revealing that the highest average revenue collection of $120.32 occurred through GDS. </a:t>
            </a:r>
          </a:p>
          <a:p>
            <a:pPr marL="0" indent="0">
              <a:buNone/>
            </a:pPr>
            <a:r>
              <a:rPr lang="en-US" dirty="0">
                <a:latin typeface="Arno Pro Caption" panose="02020502040506020403" pitchFamily="18" charset="0"/>
              </a:rPr>
              <a:t>The management should give attention on corporate channel to grow ADR</a:t>
            </a:r>
            <a:endParaRPr lang="en-IN" dirty="0">
              <a:latin typeface="Arno Pro Caption" panose="02020502040506020403"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7983" y="1912118"/>
            <a:ext cx="5009321" cy="4064611"/>
          </a:xfrm>
          <a:prstGeom prst="rect">
            <a:avLst/>
          </a:prstGeom>
        </p:spPr>
      </p:pic>
    </p:spTree>
    <p:extLst>
      <p:ext uri="{BB962C8B-B14F-4D97-AF65-F5344CB8AC3E}">
        <p14:creationId xmlns:p14="http://schemas.microsoft.com/office/powerpoint/2010/main" val="272378276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E5F66B-3BF7-42E9-931B-EB380D27ACEE}"/>
              </a:ext>
            </a:extLst>
          </p:cNvPr>
          <p:cNvSpPr txBox="1"/>
          <p:nvPr/>
        </p:nvSpPr>
        <p:spPr>
          <a:xfrm>
            <a:off x="2772335" y="1135396"/>
            <a:ext cx="8153401" cy="1754326"/>
          </a:xfrm>
          <a:prstGeom prst="rect">
            <a:avLst/>
          </a:prstGeom>
          <a:noFill/>
        </p:spPr>
        <p:txBody>
          <a:bodyPr wrap="square">
            <a:spAutoFit/>
          </a:bodyPr>
          <a:lstStyle/>
          <a:p>
            <a:r>
              <a:rPr lang="en-IN" sz="5400" b="0" i="0" u="sng" strike="noStrike" dirty="0">
                <a:solidFill>
                  <a:schemeClr val="tx1">
                    <a:lumMod val="65000"/>
                    <a:lumOff val="35000"/>
                  </a:schemeClr>
                </a:solidFill>
                <a:effectLst/>
                <a:latin typeface="Federo"/>
              </a:rPr>
              <a:t>WEEKLY AND ANUAL </a:t>
            </a:r>
            <a:br>
              <a:rPr lang="en-IN" sz="5400" b="0" i="0" u="sng" strike="noStrike" dirty="0">
                <a:solidFill>
                  <a:schemeClr val="tx1">
                    <a:lumMod val="65000"/>
                    <a:lumOff val="35000"/>
                  </a:schemeClr>
                </a:solidFill>
                <a:effectLst/>
                <a:latin typeface="Federo"/>
              </a:rPr>
            </a:br>
            <a:r>
              <a:rPr lang="en-IN" sz="5400" b="0" i="0" strike="noStrike" dirty="0">
                <a:solidFill>
                  <a:schemeClr val="tx1">
                    <a:lumMod val="65000"/>
                    <a:lumOff val="35000"/>
                  </a:schemeClr>
                </a:solidFill>
                <a:effectLst/>
                <a:latin typeface="Federo"/>
              </a:rPr>
              <a:t>          </a:t>
            </a:r>
            <a:r>
              <a:rPr lang="en-IN" sz="5400" b="0" i="0" u="sng" strike="noStrike" dirty="0">
                <a:solidFill>
                  <a:schemeClr val="tx1">
                    <a:lumMod val="65000"/>
                    <a:lumOff val="35000"/>
                  </a:schemeClr>
                </a:solidFill>
                <a:effectLst/>
                <a:latin typeface="Federo"/>
              </a:rPr>
              <a:t>INSIGHTS</a:t>
            </a:r>
            <a:endParaRPr lang="en-IN" sz="5400" u="sng" dirty="0">
              <a:solidFill>
                <a:schemeClr val="tx1">
                  <a:lumMod val="65000"/>
                  <a:lumOff val="35000"/>
                </a:schemeClr>
              </a:solidFill>
            </a:endParaRPr>
          </a:p>
        </p:txBody>
      </p:sp>
      <p:sp>
        <p:nvSpPr>
          <p:cNvPr id="5" name="TextBox 4">
            <a:extLst>
              <a:ext uri="{FF2B5EF4-FFF2-40B4-BE49-F238E27FC236}">
                <a16:creationId xmlns:a16="http://schemas.microsoft.com/office/drawing/2014/main" id="{FD2FC202-7637-4D93-8F45-055DD01A080A}"/>
              </a:ext>
            </a:extLst>
          </p:cNvPr>
          <p:cNvSpPr txBox="1"/>
          <p:nvPr/>
        </p:nvSpPr>
        <p:spPr>
          <a:xfrm>
            <a:off x="2772335" y="3079393"/>
            <a:ext cx="6100482" cy="1323439"/>
          </a:xfrm>
          <a:prstGeom prst="rect">
            <a:avLst/>
          </a:prstGeom>
          <a:noFill/>
        </p:spPr>
        <p:txBody>
          <a:bodyPr wrap="square">
            <a:spAutoFit/>
          </a:bodyPr>
          <a:lstStyle/>
          <a:p>
            <a:pPr algn="ctr" rtl="0">
              <a:spcBef>
                <a:spcPts val="0"/>
              </a:spcBef>
              <a:spcAft>
                <a:spcPts val="0"/>
              </a:spcAft>
            </a:pPr>
            <a:r>
              <a:rPr lang="en-IN" sz="4400" b="0" i="0" u="none" strike="noStrike" dirty="0">
                <a:solidFill>
                  <a:schemeClr val="tx1">
                    <a:lumMod val="65000"/>
                    <a:lumOff val="35000"/>
                  </a:schemeClr>
                </a:solidFill>
                <a:effectLst/>
                <a:latin typeface="Federo"/>
              </a:rPr>
              <a:t>DASHBOARD</a:t>
            </a:r>
            <a:endParaRPr lang="en-IN" sz="4400" b="0" dirty="0">
              <a:solidFill>
                <a:schemeClr val="tx1">
                  <a:lumMod val="65000"/>
                  <a:lumOff val="35000"/>
                </a:schemeClr>
              </a:solidFill>
              <a:effectLst/>
            </a:endParaRPr>
          </a:p>
          <a:p>
            <a:r>
              <a:rPr lang="en-IN" dirty="0"/>
              <a:t/>
            </a:r>
            <a:br>
              <a:rPr lang="en-IN" dirty="0"/>
            </a:br>
            <a:endParaRPr lang="en-IN" dirty="0"/>
          </a:p>
        </p:txBody>
      </p:sp>
    </p:spTree>
    <p:extLst>
      <p:ext uri="{BB962C8B-B14F-4D97-AF65-F5344CB8AC3E}">
        <p14:creationId xmlns:p14="http://schemas.microsoft.com/office/powerpoint/2010/main" val="287858264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5462" y="763183"/>
            <a:ext cx="9395790" cy="5385826"/>
          </a:xfrm>
          <a:prstGeom prst="rect">
            <a:avLst/>
          </a:prstGeom>
        </p:spPr>
      </p:pic>
      <p:sp>
        <p:nvSpPr>
          <p:cNvPr id="3" name="TextBox 2"/>
          <p:cNvSpPr txBox="1"/>
          <p:nvPr/>
        </p:nvSpPr>
        <p:spPr>
          <a:xfrm>
            <a:off x="2067339" y="1139687"/>
            <a:ext cx="7673009" cy="523220"/>
          </a:xfrm>
          <a:prstGeom prst="rect">
            <a:avLst/>
          </a:prstGeom>
          <a:noFill/>
        </p:spPr>
        <p:txBody>
          <a:bodyPr wrap="square" rtlCol="0">
            <a:spAutoFit/>
          </a:bodyPr>
          <a:lstStyle/>
          <a:p>
            <a:pPr algn="ctr"/>
            <a:r>
              <a:rPr lang="en-IN" sz="2800" b="1" dirty="0" smtClean="0">
                <a:ln w="22225">
                  <a:solidFill>
                    <a:schemeClr val="accent2"/>
                  </a:solidFill>
                  <a:prstDash val="solid"/>
                </a:ln>
                <a:solidFill>
                  <a:schemeClr val="accent2">
                    <a:lumMod val="40000"/>
                    <a:lumOff val="60000"/>
                  </a:schemeClr>
                </a:solidFill>
              </a:rPr>
              <a:t>Weekly Dashboard</a:t>
            </a:r>
            <a:endParaRPr lang="en-IN" sz="2800"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381295551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32313" y="0"/>
            <a:ext cx="5895787" cy="646331"/>
          </a:xfrm>
          <a:prstGeom prst="rect">
            <a:avLst/>
          </a:prstGeom>
          <a:noFill/>
        </p:spPr>
        <p:txBody>
          <a:bodyPr wrap="square" rtlCol="0">
            <a:spAutoFit/>
          </a:bodyPr>
          <a:lstStyle/>
          <a:p>
            <a:pPr algn="ctr"/>
            <a:r>
              <a:rPr lang="en-IN" sz="3600" b="1" dirty="0">
                <a:ln w="22225">
                  <a:solidFill>
                    <a:schemeClr val="accent2"/>
                  </a:solidFill>
                  <a:prstDash val="solid"/>
                </a:ln>
                <a:solidFill>
                  <a:schemeClr val="accent2">
                    <a:lumMod val="40000"/>
                    <a:lumOff val="60000"/>
                  </a:schemeClr>
                </a:solidFill>
              </a:rPr>
              <a:t>Annual Dashboard</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2787" y="689114"/>
            <a:ext cx="9682247" cy="5473148"/>
          </a:xfrm>
          <a:prstGeom prst="rect">
            <a:avLst/>
          </a:prstGeom>
        </p:spPr>
      </p:pic>
    </p:spTree>
    <p:extLst>
      <p:ext uri="{BB962C8B-B14F-4D97-AF65-F5344CB8AC3E}">
        <p14:creationId xmlns:p14="http://schemas.microsoft.com/office/powerpoint/2010/main" val="207217802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B2AB2-E00C-790D-F4BD-97493461F2B5}"/>
              </a:ext>
            </a:extLst>
          </p:cNvPr>
          <p:cNvSpPr>
            <a:spLocks noGrp="1"/>
          </p:cNvSpPr>
          <p:nvPr>
            <p:ph type="title"/>
          </p:nvPr>
        </p:nvSpPr>
        <p:spPr/>
        <p:txBody>
          <a:bodyPr/>
          <a:lstStyle/>
          <a:p>
            <a:pPr algn="ctr"/>
            <a:r>
              <a:rPr lang="en-IN" i="0" dirty="0" smtClean="0">
                <a:effectLst/>
                <a:latin typeface="Arno Pro Caption" panose="02020502040506020403" pitchFamily="18" charset="0"/>
              </a:rPr>
              <a:t> </a:t>
            </a:r>
            <a:r>
              <a:rPr lang="en-IN" i="0" dirty="0">
                <a:effectLst/>
                <a:latin typeface="Arno Pro Caption" panose="02020502040506020403" pitchFamily="18" charset="0"/>
              </a:rPr>
              <a:t>Conclusion</a:t>
            </a:r>
            <a:br>
              <a:rPr lang="en-IN" i="0" dirty="0">
                <a:effectLst/>
                <a:latin typeface="Arno Pro Caption" panose="02020502040506020403" pitchFamily="18" charset="0"/>
              </a:rPr>
            </a:br>
            <a:endParaRPr lang="en-IN" dirty="0">
              <a:latin typeface="Arno Pro Caption" panose="02020502040506020403" pitchFamily="18" charset="0"/>
            </a:endParaRPr>
          </a:p>
        </p:txBody>
      </p:sp>
      <p:sp>
        <p:nvSpPr>
          <p:cNvPr id="3" name="Content Placeholder 2">
            <a:extLst>
              <a:ext uri="{FF2B5EF4-FFF2-40B4-BE49-F238E27FC236}">
                <a16:creationId xmlns:a16="http://schemas.microsoft.com/office/drawing/2014/main" id="{510A71B3-D169-B906-AF7F-6F8E2B59C92B}"/>
              </a:ext>
            </a:extLst>
          </p:cNvPr>
          <p:cNvSpPr>
            <a:spLocks noGrp="1"/>
          </p:cNvSpPr>
          <p:nvPr>
            <p:ph idx="1"/>
          </p:nvPr>
        </p:nvSpPr>
        <p:spPr>
          <a:xfrm>
            <a:off x="1451579" y="2015732"/>
            <a:ext cx="9603275" cy="3965190"/>
          </a:xfrm>
        </p:spPr>
        <p:txBody>
          <a:bodyPr>
            <a:normAutofit fontScale="92500"/>
          </a:bodyPr>
          <a:lstStyle/>
          <a:p>
            <a:r>
              <a:rPr lang="en-US" sz="1800" dirty="0"/>
              <a:t>The analysis clearly shows that </a:t>
            </a:r>
            <a:r>
              <a:rPr lang="en-US" sz="1800" b="1" dirty="0"/>
              <a:t>resort hotels outperform city hotels in terms of advance bookings and lower cancellation rates</a:t>
            </a:r>
            <a:r>
              <a:rPr lang="en-US" sz="1800" dirty="0"/>
              <a:t>, while </a:t>
            </a:r>
            <a:r>
              <a:rPr lang="en-US" sz="1800" b="1" dirty="0"/>
              <a:t>city hotels lead in overall booking volume</a:t>
            </a:r>
            <a:r>
              <a:rPr lang="en-US" sz="1800" dirty="0"/>
              <a:t>. Hotel demand is strongly influenced by </a:t>
            </a:r>
            <a:r>
              <a:rPr lang="en-US" sz="1800" b="1" dirty="0"/>
              <a:t>seasonal patterns</a:t>
            </a:r>
            <a:r>
              <a:rPr lang="en-US" sz="1800" dirty="0"/>
              <a:t>, with peak reservations occurring during the </a:t>
            </a:r>
            <a:r>
              <a:rPr lang="en-US" sz="1800" b="1" dirty="0"/>
              <a:t>mid-year months</a:t>
            </a:r>
            <a:r>
              <a:rPr lang="en-US" sz="1800" dirty="0"/>
              <a:t>, emphasizing the importance of effective </a:t>
            </a:r>
            <a:r>
              <a:rPr lang="en-US" sz="1800" b="1" dirty="0"/>
              <a:t>capacity and resource management</a:t>
            </a:r>
            <a:r>
              <a:rPr lang="en-US" sz="1800" dirty="0"/>
              <a:t>.</a:t>
            </a:r>
          </a:p>
          <a:p>
            <a:r>
              <a:rPr lang="en-US" sz="1800" dirty="0"/>
              <a:t>Customer behavior analysis reveals that </a:t>
            </a:r>
            <a:r>
              <a:rPr lang="en-US" sz="1800" b="1" dirty="0"/>
              <a:t>meal plans, booking channels, and market segments</a:t>
            </a:r>
            <a:r>
              <a:rPr lang="en-US" sz="1800" dirty="0"/>
              <a:t> play a crucial role in hotel performance and revenue generation. Furthermore, the </a:t>
            </a:r>
            <a:r>
              <a:rPr lang="en-US" sz="1800" b="1" dirty="0"/>
              <a:t>low proportion of repeat guests</a:t>
            </a:r>
            <a:r>
              <a:rPr lang="en-US" sz="1800" dirty="0"/>
              <a:t> highlights an opportunity for hotels to strengthen </a:t>
            </a:r>
            <a:r>
              <a:rPr lang="en-US" sz="1800" b="1" dirty="0"/>
              <a:t>customer engagement strategies and loyalty programs</a:t>
            </a:r>
            <a:r>
              <a:rPr lang="en-US" sz="1800" dirty="0"/>
              <a:t>.</a:t>
            </a:r>
          </a:p>
          <a:p>
            <a:r>
              <a:rPr lang="en-US" sz="1800" dirty="0"/>
              <a:t>Overall, this project demonstrates that </a:t>
            </a:r>
            <a:r>
              <a:rPr lang="en-US" sz="1800" b="1" dirty="0"/>
              <a:t>exploratory data analysis (EDA)</a:t>
            </a:r>
            <a:r>
              <a:rPr lang="en-US" sz="1800" dirty="0"/>
              <a:t> is a powerful approach for transforming raw reservation data into </a:t>
            </a:r>
            <a:r>
              <a:rPr lang="en-US" sz="1800" b="1" dirty="0"/>
              <a:t>actionable insights</a:t>
            </a:r>
            <a:r>
              <a:rPr lang="en-US" sz="1800" dirty="0"/>
              <a:t>, enabling hotels to make </a:t>
            </a:r>
            <a:r>
              <a:rPr lang="en-US" sz="1800" b="1" dirty="0"/>
              <a:t>data-driven operational and strategic decisions</a:t>
            </a:r>
            <a:r>
              <a:rPr lang="en-US" sz="1800" dirty="0"/>
              <a:t>.</a:t>
            </a:r>
          </a:p>
        </p:txBody>
      </p:sp>
    </p:spTree>
    <p:extLst>
      <p:ext uri="{BB962C8B-B14F-4D97-AF65-F5344CB8AC3E}">
        <p14:creationId xmlns:p14="http://schemas.microsoft.com/office/powerpoint/2010/main" val="100026652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1485" y="214109"/>
            <a:ext cx="10282863" cy="5338552"/>
          </a:xfrm>
          <a:prstGeom prst="rect">
            <a:avLst/>
          </a:prstGeom>
        </p:spPr>
      </p:pic>
    </p:spTree>
    <p:extLst>
      <p:ext uri="{BB962C8B-B14F-4D97-AF65-F5344CB8AC3E}">
        <p14:creationId xmlns:p14="http://schemas.microsoft.com/office/powerpoint/2010/main" val="249656486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A73FE-7254-1A65-999B-4BAA8A089BEA}"/>
              </a:ext>
            </a:extLst>
          </p:cNvPr>
          <p:cNvSpPr>
            <a:spLocks noGrp="1"/>
          </p:cNvSpPr>
          <p:nvPr>
            <p:ph type="title"/>
          </p:nvPr>
        </p:nvSpPr>
        <p:spPr>
          <a:xfrm>
            <a:off x="1600869" y="2698633"/>
            <a:ext cx="9603275" cy="1049235"/>
          </a:xfrm>
        </p:spPr>
        <p:txBody>
          <a:bodyPr/>
          <a:lstStyle/>
          <a:p>
            <a:r>
              <a:rPr lang="en-IN" dirty="0"/>
              <a:t>  </a:t>
            </a:r>
          </a:p>
        </p:txBody>
      </p:sp>
      <p:sp>
        <p:nvSpPr>
          <p:cNvPr id="6" name="Rectangle 5">
            <a:extLst>
              <a:ext uri="{FF2B5EF4-FFF2-40B4-BE49-F238E27FC236}">
                <a16:creationId xmlns:a16="http://schemas.microsoft.com/office/drawing/2014/main" id="{BD786F5C-F88B-D4E2-5543-2763F428220C}"/>
              </a:ext>
            </a:extLst>
          </p:cNvPr>
          <p:cNvSpPr/>
          <p:nvPr/>
        </p:nvSpPr>
        <p:spPr>
          <a:xfrm>
            <a:off x="3379436" y="2967335"/>
            <a:ext cx="5888389" cy="923330"/>
          </a:xfrm>
          <a:prstGeom prst="rect">
            <a:avLst/>
          </a:prstGeom>
          <a:noFill/>
        </p:spPr>
        <p:txBody>
          <a:bodyPr wrap="square" lIns="91440" tIns="45720" rIns="91440" bIns="45720">
            <a:spAutoFit/>
          </a:bodyPr>
          <a:lstStyle/>
          <a:p>
            <a:pPr algn="ctr"/>
            <a:r>
              <a:rPr lang="en-IN" sz="5400" b="1" dirty="0">
                <a:ln w="12700" cmpd="sng">
                  <a:solidFill>
                    <a:schemeClr val="accent4"/>
                  </a:solidFill>
                  <a:prstDash val="solid"/>
                </a:ln>
                <a:gradFill>
                  <a:gsLst>
                    <a:gs pos="7000">
                      <a:srgbClr val="58423A"/>
                    </a:gs>
                    <a:gs pos="94406">
                      <a:schemeClr val="accent1">
                        <a:lumMod val="75000"/>
                      </a:schemeClr>
                    </a:gs>
                    <a:gs pos="31000">
                      <a:srgbClr val="A23600"/>
                    </a:gs>
                    <a:gs pos="87000">
                      <a:schemeClr val="accent4">
                        <a:lumMod val="20000"/>
                        <a:lumOff val="80000"/>
                      </a:schemeClr>
                    </a:gs>
                  </a:gsLst>
                  <a:lin ang="5400000"/>
                </a:gradFill>
              </a:rPr>
              <a:t>* </a:t>
            </a:r>
            <a:r>
              <a:rPr lang="en-IN" sz="5400" b="1" u="sng" dirty="0">
                <a:ln w="12700" cmpd="sng">
                  <a:solidFill>
                    <a:schemeClr val="accent4"/>
                  </a:solidFill>
                  <a:prstDash val="solid"/>
                </a:ln>
                <a:gradFill>
                  <a:gsLst>
                    <a:gs pos="7000">
                      <a:srgbClr val="58423A"/>
                    </a:gs>
                    <a:gs pos="94406">
                      <a:schemeClr val="accent1">
                        <a:lumMod val="75000"/>
                      </a:schemeClr>
                    </a:gs>
                    <a:gs pos="31000">
                      <a:srgbClr val="A23600"/>
                    </a:gs>
                    <a:gs pos="87000">
                      <a:schemeClr val="accent4">
                        <a:lumMod val="20000"/>
                        <a:lumOff val="80000"/>
                      </a:schemeClr>
                    </a:gs>
                  </a:gsLst>
                  <a:lin ang="5400000"/>
                </a:gradFill>
              </a:rPr>
              <a:t>Thankyou</a:t>
            </a:r>
            <a:r>
              <a:rPr lang="en-IN" sz="5400" b="1" dirty="0">
                <a:ln w="12700" cmpd="sng">
                  <a:solidFill>
                    <a:schemeClr val="accent4"/>
                  </a:solidFill>
                  <a:prstDash val="solid"/>
                </a:ln>
                <a:gradFill>
                  <a:gsLst>
                    <a:gs pos="7000">
                      <a:srgbClr val="58423A"/>
                    </a:gs>
                    <a:gs pos="94406">
                      <a:schemeClr val="accent1">
                        <a:lumMod val="75000"/>
                      </a:schemeClr>
                    </a:gs>
                    <a:gs pos="31000">
                      <a:srgbClr val="A23600"/>
                    </a:gs>
                    <a:gs pos="87000">
                      <a:schemeClr val="accent4">
                        <a:lumMod val="20000"/>
                        <a:lumOff val="80000"/>
                      </a:schemeClr>
                    </a:gs>
                  </a:gsLst>
                  <a:lin ang="5400000"/>
                </a:gradFill>
              </a:rPr>
              <a:t> *</a:t>
            </a:r>
            <a:r>
              <a:rPr lang="en-IN" sz="54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  </a:t>
            </a:r>
          </a:p>
        </p:txBody>
      </p:sp>
    </p:spTree>
    <p:extLst>
      <p:ext uri="{BB962C8B-B14F-4D97-AF65-F5344CB8AC3E}">
        <p14:creationId xmlns:p14="http://schemas.microsoft.com/office/powerpoint/2010/main" val="4039919120"/>
      </p:ext>
    </p:extLst>
  </p:cSld>
  <p:clrMapOvr>
    <a:masterClrMapping/>
  </p:clrMapOvr>
  <p:timing>
    <p:tnLst>
      <p:par>
        <p:cTn id="1" dur="indefinite" restart="never" nodeType="tmRoot"/>
      </p:par>
    </p:tnLst>
  </p:timing>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3494</TotalTime>
  <Words>615</Words>
  <Application>Microsoft Office PowerPoint</Application>
  <PresentationFormat>Widescreen</PresentationFormat>
  <Paragraphs>163</Paragraphs>
  <Slides>25</Slides>
  <Notes>1</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25</vt:i4>
      </vt:variant>
    </vt:vector>
  </HeadingPairs>
  <TitlesOfParts>
    <vt:vector size="43" baseType="lpstr">
      <vt:lpstr>Adobe Caslon Pro</vt:lpstr>
      <vt:lpstr>Anaheim</vt:lpstr>
      <vt:lpstr>-apple-system</vt:lpstr>
      <vt:lpstr>Arial</vt:lpstr>
      <vt:lpstr>Arno Pro</vt:lpstr>
      <vt:lpstr>Arno Pro Caption</vt:lpstr>
      <vt:lpstr>Arno Pro Display</vt:lpstr>
      <vt:lpstr>Calibri</vt:lpstr>
      <vt:lpstr>Courier New</vt:lpstr>
      <vt:lpstr>Crimson Pro</vt:lpstr>
      <vt:lpstr>Federo</vt:lpstr>
      <vt:lpstr>Gill Sans MT</vt:lpstr>
      <vt:lpstr>Segoe UI</vt:lpstr>
      <vt:lpstr>Symbol</vt:lpstr>
      <vt:lpstr>Times New Roman</vt:lpstr>
      <vt:lpstr>var(--jp-content-font-family)</vt:lpstr>
      <vt:lpstr>Wingdings</vt:lpstr>
      <vt:lpstr>Gallery</vt:lpstr>
      <vt:lpstr>PowerPoint Presentation</vt:lpstr>
      <vt:lpstr>PowerPoint Presentation</vt:lpstr>
      <vt:lpstr>Summary of my project</vt:lpstr>
      <vt:lpstr>Problem Statement </vt:lpstr>
      <vt:lpstr>Dataset First View </vt:lpstr>
      <vt:lpstr>Columns name we have 87220 ROWS and 30 columns </vt:lpstr>
      <vt:lpstr>What did you know about your dataset?</vt:lpstr>
      <vt:lpstr>Variables Description </vt:lpstr>
      <vt:lpstr>Variables Description </vt:lpstr>
      <vt:lpstr>Variables Description </vt:lpstr>
      <vt:lpstr>Data Wrangling   We already did some data cleaning before lets go for data Wrangling </vt:lpstr>
      <vt:lpstr>BASIC STATISTICS FIND THE TOTAL NUMBER OF BOOKINGS. ALSO CALCULATE WHICH HOTEL TYPE HAS MORE GUESTS  </vt:lpstr>
      <vt:lpstr>BASIC STATISTICS COUNT OF BOOKING ID BY MEAL COUNT OF BOOKING ID BY CUSTOMER TYPE.  </vt:lpstr>
      <vt:lpstr>Guest Demographics In this chapter, we have covered the topic of Guest Demographics, exploring aspects such as the age group of customers making bookings. </vt:lpstr>
      <vt:lpstr>Guest Demographics   variations in booking ratios across different countries, and the types of customers engaging in bookings.</vt:lpstr>
      <vt:lpstr>PROPORTION OF REPEATED GUESTS </vt:lpstr>
      <vt:lpstr>Cancellation Analysis: </vt:lpstr>
      <vt:lpstr>Cancellation Analysis: </vt:lpstr>
      <vt:lpstr>Financial Insights Calculate the average daily rate (ADR) and its distribution channels.    </vt:lpstr>
      <vt:lpstr>PowerPoint Presentation</vt:lpstr>
      <vt:lpstr>PowerPoint Presentation</vt:lpstr>
      <vt:lpstr>PowerPoint Presentation</vt:lpstr>
      <vt:lpstr> Conclusion </vt:lpstr>
      <vt:lpstr>PowerPoint Presentation</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Bhagwati Prajapat</dc:creator>
  <cp:lastModifiedBy>SHRADDHA</cp:lastModifiedBy>
  <cp:revision>43</cp:revision>
  <dcterms:created xsi:type="dcterms:W3CDTF">2023-12-29T05:15:56Z</dcterms:created>
  <dcterms:modified xsi:type="dcterms:W3CDTF">2026-02-16T10:06:50Z</dcterms:modified>
</cp:coreProperties>
</file>